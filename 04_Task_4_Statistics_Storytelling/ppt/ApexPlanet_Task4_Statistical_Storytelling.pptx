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D96214-A706-4E56-9C26-ABDAAA845DFC}" v="4" dt="2026-10-28T07:53:48.1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 vijay kumar" userId="6e62cf2650c58c5b" providerId="LiveId" clId="{E73BE979-9EE9-4302-9E72-E3FAF5A6343F}"/>
    <pc:docChg chg="modSld">
      <pc:chgData name="b vijay kumar" userId="6e62cf2650c58c5b" providerId="LiveId" clId="{E73BE979-9EE9-4302-9E72-E3FAF5A6343F}" dt="2026-10-28T07:47:45.835" v="1"/>
      <pc:docMkLst>
        <pc:docMk/>
      </pc:docMkLst>
      <pc:sldChg chg="addSp modTransition">
        <pc:chgData name="b vijay kumar" userId="6e62cf2650c58c5b" providerId="LiveId" clId="{E73BE979-9EE9-4302-9E72-E3FAF5A6343F}" dt="2026-10-28T07:47:45.835" v="1"/>
        <pc:sldMkLst>
          <pc:docMk/>
          <pc:sldMk cId="0" sldId="256"/>
        </pc:sldMkLst>
        <pc:inkChg chg="add">
          <ac:chgData name="b vijay kumar" userId="6e62cf2650c58c5b" providerId="LiveId" clId="{E73BE979-9EE9-4302-9E72-E3FAF5A6343F}" dt="2026-10-28T07:47:30.408" v="0"/>
          <ac:inkMkLst>
            <pc:docMk/>
            <pc:sldMk cId="0" sldId="256"/>
            <ac:inkMk id="13" creationId="{2FE2F185-83A4-D30D-E520-C7394D03C25A}"/>
          </ac:inkMkLst>
        </pc:inkChg>
      </pc:sldChg>
      <pc:sldChg chg="modTransition">
        <pc:chgData name="b vijay kumar" userId="6e62cf2650c58c5b" providerId="LiveId" clId="{E73BE979-9EE9-4302-9E72-E3FAF5A6343F}" dt="2026-10-28T07:47:45.835" v="1"/>
        <pc:sldMkLst>
          <pc:docMk/>
          <pc:sldMk cId="0" sldId="257"/>
        </pc:sldMkLst>
      </pc:sldChg>
      <pc:sldChg chg="modTransition">
        <pc:chgData name="b vijay kumar" userId="6e62cf2650c58c5b" providerId="LiveId" clId="{E73BE979-9EE9-4302-9E72-E3FAF5A6343F}" dt="2026-10-28T07:47:45.835" v="1"/>
        <pc:sldMkLst>
          <pc:docMk/>
          <pc:sldMk cId="0" sldId="258"/>
        </pc:sldMkLst>
      </pc:sldChg>
      <pc:sldChg chg="modTransition">
        <pc:chgData name="b vijay kumar" userId="6e62cf2650c58c5b" providerId="LiveId" clId="{E73BE979-9EE9-4302-9E72-E3FAF5A6343F}" dt="2026-10-28T07:47:45.835" v="1"/>
        <pc:sldMkLst>
          <pc:docMk/>
          <pc:sldMk cId="0" sldId="259"/>
        </pc:sldMkLst>
      </pc:sldChg>
      <pc:sldChg chg="modTransition">
        <pc:chgData name="b vijay kumar" userId="6e62cf2650c58c5b" providerId="LiveId" clId="{E73BE979-9EE9-4302-9E72-E3FAF5A6343F}" dt="2026-10-28T07:47:45.835" v="1"/>
        <pc:sldMkLst>
          <pc:docMk/>
          <pc:sldMk cId="0" sldId="260"/>
        </pc:sldMkLst>
      </pc:sldChg>
      <pc:sldChg chg="modTransition">
        <pc:chgData name="b vijay kumar" userId="6e62cf2650c58c5b" providerId="LiveId" clId="{E73BE979-9EE9-4302-9E72-E3FAF5A6343F}" dt="2026-10-28T07:47:45.835" v="1"/>
        <pc:sldMkLst>
          <pc:docMk/>
          <pc:sldMk cId="0" sldId="261"/>
        </pc:sldMkLst>
      </pc:sldChg>
      <pc:sldChg chg="modTransition">
        <pc:chgData name="b vijay kumar" userId="6e62cf2650c58c5b" providerId="LiveId" clId="{E73BE979-9EE9-4302-9E72-E3FAF5A6343F}" dt="2026-10-28T07:47:45.835" v="1"/>
        <pc:sldMkLst>
          <pc:docMk/>
          <pc:sldMk cId="0" sldId="262"/>
        </pc:sldMkLst>
      </pc:sldChg>
      <pc:sldChg chg="modTransition">
        <pc:chgData name="b vijay kumar" userId="6e62cf2650c58c5b" providerId="LiveId" clId="{E73BE979-9EE9-4302-9E72-E3FAF5A6343F}" dt="2026-10-28T07:47:45.835" v="1"/>
        <pc:sldMkLst>
          <pc:docMk/>
          <pc:sldMk cId="0" sldId="263"/>
        </pc:sldMkLst>
      </pc:sldChg>
      <pc:sldChg chg="modTransition">
        <pc:chgData name="b vijay kumar" userId="6e62cf2650c58c5b" providerId="LiveId" clId="{E73BE979-9EE9-4302-9E72-E3FAF5A6343F}" dt="2026-10-28T07:47:45.835" v="1"/>
        <pc:sldMkLst>
          <pc:docMk/>
          <pc:sldMk cId="0" sldId="264"/>
        </pc:sldMkLst>
      </pc:sldChg>
    </pc:docChg>
  </pc:docChgLst>
</pc:chgInfo>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6-10-28T07:46:54.065"/>
    </inkml:context>
    <inkml:brush xml:id="br0">
      <inkml:brushProperty name="width" value="0.05292" units="cm"/>
      <inkml:brushProperty name="height" value="0.05292" units="cm"/>
      <inkml:brushProperty name="color" value="#FF0000"/>
    </inkml:brush>
  </inkml:definitions>
  <inkml:trace contextRef="#ctx0" brushRef="#br0">14113 12959 0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1192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business question: do male and female customers differ in their average recorded transaction sales? Explain that this presentation uses customer-level averages, a two-sided Welch t-test, and a sensitivity check for a repeated Order_ID.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Summarize the result before going into the method. The male mean is 140,930.68 and the female mean is 135,163.78. The p-value is 0.439854, above the preselected 0.05 threshold. Therefore, fail to reject the null; this is not proof of equality.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Define the hypotheses explicitly. The null states equal population means; the alternative states different population means. The test is two-sided because the question asks whether there is a difference in either direction.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data-quality checks found 1,000 rows and 947 unique customers. There were 992 unique Order_IDs because ORD100050 appears nine times. The same identifier appears with nine different transaction IDs and customers. The records were not deleted without evidence. Thirty-four customers with inconsistent gender labels were excluded.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two means and the observed difference. The 95% confidence interval for the male-minus-female mean difference includes zero, which aligns with the non-significant p-value. The chart is descriptive; do not overstate the visual gap.</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the reproducible pipeline. The unit of analysis is one customer, using the average of that customer's recorded sales. Welch's t-test is suitable when equal variances should not be assumed. The chosen alpha level is 0.05.</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Compare the main and sensitivity analyses. The p-value changes from 0.439854 to 0.463171, and both confidence intervals include zero. The decision remains fail to reject the null hypothesis. This is evidence of robustness to this one exclusion scenario, not proof that the dataset has no other issues.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Recommend further analysis of product mix, purchase frequency, and customer segments rather than overinterpreting gender. Disclose the limitations: observational data, gender inconsistencies, unresolved Order_ID anomaly, and unverified currency/business definitions.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by restating the defensible conclusion: no statistically significant difference was detected at alpha 0.05. The sensitivity analysis produced the same decision. Emphasize that failure to reject the null is not proof of equality, and further business analysis is warranted.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customXml" Target="../ink/ink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B1C4F"/>
        </a:solidFill>
        <a:effectLst/>
      </p:bgPr>
    </p:bg>
    <p:spTree>
      <p:nvGrpSpPr>
        <p:cNvPr id="1" name=""/>
        <p:cNvGrpSpPr/>
        <p:nvPr/>
      </p:nvGrpSpPr>
      <p:grpSpPr>
        <a:xfrm>
          <a:off x="0" y="0"/>
          <a:ext cx="0" cy="0"/>
          <a:chOff x="0" y="0"/>
          <a:chExt cx="0" cy="0"/>
        </a:xfrm>
      </p:grpSpPr>
      <p:sp>
        <p:nvSpPr>
          <p:cNvPr id="2" name="Rectangle 1"/>
          <p:cNvSpPr/>
          <p:nvPr/>
        </p:nvSpPr>
        <p:spPr>
          <a:xfrm>
            <a:off x="8412480" y="0"/>
            <a:ext cx="3779215" cy="6858000"/>
          </a:xfrm>
          <a:prstGeom prst="rect">
            <a:avLst/>
          </a:prstGeom>
          <a:solidFill>
            <a:srgbClr val="5B3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418320" y="0"/>
            <a:ext cx="2773375" cy="6858000"/>
          </a:xfrm>
          <a:prstGeom prst="rect">
            <a:avLst/>
          </a:prstGeom>
          <a:solidFill>
            <a:srgbClr val="8462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7" name="Group 16">
            <a:extLst>
              <a:ext uri="{FF2B5EF4-FFF2-40B4-BE49-F238E27FC236}">
                <a16:creationId xmlns:a16="http://schemas.microsoft.com/office/drawing/2014/main" id="{B427FAEA-D098-E2F0-0809-DCB7AF8A36E0}"/>
              </a:ext>
            </a:extLst>
          </p:cNvPr>
          <p:cNvGrpSpPr/>
          <p:nvPr/>
        </p:nvGrpSpPr>
        <p:grpSpPr>
          <a:xfrm>
            <a:off x="9079992" y="3505668"/>
            <a:ext cx="2560320" cy="2560320"/>
            <a:chOff x="8732520" y="914400"/>
            <a:chExt cx="2560320" cy="2560320"/>
          </a:xfrm>
        </p:grpSpPr>
        <p:sp>
          <p:nvSpPr>
            <p:cNvPr id="4" name="Oval 3"/>
            <p:cNvSpPr/>
            <p:nvPr/>
          </p:nvSpPr>
          <p:spPr>
            <a:xfrm>
              <a:off x="8732520" y="914400"/>
              <a:ext cx="2560320" cy="2560320"/>
            </a:xfrm>
            <a:prstGeom prst="ellipse">
              <a:avLst/>
            </a:prstGeom>
            <a:solidFill>
              <a:srgbClr val="EFE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294434" y="1965960"/>
              <a:ext cx="1508760" cy="1508760"/>
            </a:xfrm>
            <a:prstGeom prst="ellipse">
              <a:avLst/>
            </a:prstGeom>
            <a:solidFill>
              <a:srgbClr val="5B3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640152" y="2672108"/>
              <a:ext cx="817323" cy="756892"/>
            </a:xfrm>
            <a:prstGeom prst="ellipse">
              <a:avLst/>
            </a:prstGeom>
            <a:solidFill>
              <a:srgbClr val="2B1C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7" name="TextBox 6"/>
          <p:cNvSpPr txBox="1"/>
          <p:nvPr/>
        </p:nvSpPr>
        <p:spPr>
          <a:xfrm>
            <a:off x="8626923" y="2272881"/>
            <a:ext cx="3446048" cy="240066"/>
          </a:xfrm>
          <a:prstGeom prst="rect">
            <a:avLst/>
          </a:prstGeom>
          <a:noFill/>
        </p:spPr>
        <p:txBody>
          <a:bodyPr wrap="square" lIns="27432" tIns="27432" rIns="27432" bIns="27432" anchor="t">
            <a:spAutoFit/>
          </a:bodyPr>
          <a:lstStyle/>
          <a:p>
            <a:pPr algn="l">
              <a:spcAft>
                <a:spcPts val="0"/>
              </a:spcAft>
            </a:pPr>
            <a:r>
              <a:rPr sz="1200" b="1" i="0" dirty="0">
                <a:solidFill>
                  <a:srgbClr val="D0C1FF"/>
                </a:solidFill>
                <a:latin typeface="Aptos"/>
              </a:rPr>
              <a:t>APEXPLANET  /  DATA ANALYTICS INTERNSHIP</a:t>
            </a:r>
          </a:p>
        </p:txBody>
      </p:sp>
      <p:sp>
        <p:nvSpPr>
          <p:cNvPr id="8" name="TextBox 7"/>
          <p:cNvSpPr txBox="1"/>
          <p:nvPr/>
        </p:nvSpPr>
        <p:spPr>
          <a:xfrm>
            <a:off x="845820" y="2765138"/>
            <a:ext cx="7223760" cy="578620"/>
          </a:xfrm>
          <a:prstGeom prst="rect">
            <a:avLst/>
          </a:prstGeom>
          <a:noFill/>
        </p:spPr>
        <p:txBody>
          <a:bodyPr wrap="square" lIns="27432" tIns="27432" rIns="27432" bIns="27432" anchor="t">
            <a:spAutoFit/>
          </a:bodyPr>
          <a:lstStyle/>
          <a:p>
            <a:pPr algn="l">
              <a:spcAft>
                <a:spcPts val="0"/>
              </a:spcAft>
            </a:pPr>
            <a:r>
              <a:rPr sz="3400" b="1" i="0" dirty="0">
                <a:solidFill>
                  <a:srgbClr val="FFFFFF"/>
                </a:solidFill>
                <a:latin typeface="Aptos"/>
              </a:rPr>
              <a:t>Statistical</a:t>
            </a:r>
            <a:r>
              <a:rPr lang="en-IN" sz="3400" b="1" i="0" dirty="0">
                <a:solidFill>
                  <a:srgbClr val="FFFFFF"/>
                </a:solidFill>
                <a:latin typeface="Aptos"/>
              </a:rPr>
              <a:t> </a:t>
            </a:r>
            <a:r>
              <a:rPr sz="3400" b="1" i="0" dirty="0">
                <a:solidFill>
                  <a:srgbClr val="FFFFFF"/>
                </a:solidFill>
                <a:latin typeface="Aptos"/>
              </a:rPr>
              <a:t>Storytelling</a:t>
            </a:r>
          </a:p>
        </p:txBody>
      </p:sp>
      <p:sp>
        <p:nvSpPr>
          <p:cNvPr id="9" name="TextBox 8"/>
          <p:cNvSpPr txBox="1"/>
          <p:nvPr/>
        </p:nvSpPr>
        <p:spPr>
          <a:xfrm>
            <a:off x="815188" y="3574011"/>
            <a:ext cx="6858000" cy="713232"/>
          </a:xfrm>
          <a:prstGeom prst="rect">
            <a:avLst/>
          </a:prstGeom>
          <a:noFill/>
        </p:spPr>
        <p:txBody>
          <a:bodyPr wrap="square" lIns="27432" tIns="27432" rIns="27432" bIns="27432" anchor="t">
            <a:spAutoFit/>
          </a:bodyPr>
          <a:lstStyle/>
          <a:p>
            <a:pPr algn="l">
              <a:spcAft>
                <a:spcPts val="0"/>
              </a:spcAft>
            </a:pPr>
            <a:r>
              <a:rPr sz="2100" b="0" i="0" dirty="0">
                <a:solidFill>
                  <a:srgbClr val="E8E1F7"/>
                </a:solidFill>
                <a:latin typeface="Aptos"/>
              </a:rPr>
              <a:t>Do average recorded transaction sales differ by gender?</a:t>
            </a:r>
          </a:p>
        </p:txBody>
      </p:sp>
      <p:sp>
        <p:nvSpPr>
          <p:cNvPr id="10" name="Rectangle 9"/>
          <p:cNvSpPr/>
          <p:nvPr/>
        </p:nvSpPr>
        <p:spPr>
          <a:xfrm>
            <a:off x="845820" y="4937408"/>
            <a:ext cx="914400" cy="54864"/>
          </a:xfrm>
          <a:prstGeom prst="rect">
            <a:avLst/>
          </a:prstGeom>
          <a:solidFill>
            <a:srgbClr val="8462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5188" y="4287243"/>
            <a:ext cx="7223760" cy="365760"/>
          </a:xfrm>
          <a:prstGeom prst="rect">
            <a:avLst/>
          </a:prstGeom>
          <a:noFill/>
        </p:spPr>
        <p:txBody>
          <a:bodyPr wrap="square" lIns="27432" tIns="27432" rIns="27432" bIns="27432" anchor="t">
            <a:spAutoFit/>
          </a:bodyPr>
          <a:lstStyle/>
          <a:p>
            <a:pPr algn="l">
              <a:spcAft>
                <a:spcPts val="0"/>
              </a:spcAft>
            </a:pPr>
            <a:r>
              <a:rPr sz="1300" b="0" i="0" dirty="0">
                <a:solidFill>
                  <a:srgbClr val="D2C9E5"/>
                </a:solidFill>
                <a:latin typeface="Aptos"/>
              </a:rPr>
              <a:t>Customer-level analysis  •  Welch’s t-test  •  Sensitivity check</a:t>
            </a:r>
          </a:p>
        </p:txBody>
      </p:sp>
      <p:sp>
        <p:nvSpPr>
          <p:cNvPr id="12" name="TextBox 11"/>
          <p:cNvSpPr txBox="1"/>
          <p:nvPr/>
        </p:nvSpPr>
        <p:spPr>
          <a:xfrm>
            <a:off x="758952" y="6053328"/>
            <a:ext cx="7315200" cy="228600"/>
          </a:xfrm>
          <a:prstGeom prst="rect">
            <a:avLst/>
          </a:prstGeom>
          <a:noFill/>
        </p:spPr>
        <p:txBody>
          <a:bodyPr wrap="square" lIns="27432" tIns="27432" rIns="27432" bIns="27432" anchor="t">
            <a:spAutoFit/>
          </a:bodyPr>
          <a:lstStyle/>
          <a:p>
            <a:pPr algn="l">
              <a:spcAft>
                <a:spcPts val="0"/>
              </a:spcAft>
            </a:pPr>
            <a:r>
              <a:rPr sz="900" b="1" i="0" dirty="0">
                <a:solidFill>
                  <a:srgbClr val="D2C9E5"/>
                </a:solidFill>
                <a:latin typeface="Aptos"/>
              </a:rPr>
              <a:t>TASK 4  |  BUSINESS NARRATIVE &amp; STATISTICAL VALIDATION</a:t>
            </a:r>
          </a:p>
        </p:txBody>
      </p:sp>
      <p:pic>
        <p:nvPicPr>
          <p:cNvPr id="14" name="Picture 13">
            <a:extLst>
              <a:ext uri="{FF2B5EF4-FFF2-40B4-BE49-F238E27FC236}">
                <a16:creationId xmlns:a16="http://schemas.microsoft.com/office/drawing/2014/main" id="{4E2C8853-E0BC-8744-1CA5-E65015F1F351}"/>
              </a:ext>
            </a:extLst>
          </p:cNvPr>
          <p:cNvPicPr>
            <a:picLocks noChangeAspect="1"/>
          </p:cNvPicPr>
          <p:nvPr/>
        </p:nvPicPr>
        <p:blipFill>
          <a:blip r:embed="rId3"/>
          <a:stretch>
            <a:fillRect/>
          </a:stretch>
        </p:blipFill>
        <p:spPr>
          <a:xfrm>
            <a:off x="139446" y="108775"/>
            <a:ext cx="8149148" cy="2404172"/>
          </a:xfrm>
          <a:prstGeom prst="rect">
            <a:avLst/>
          </a:prstGeom>
        </p:spPr>
      </p:pic>
      <p:pic>
        <p:nvPicPr>
          <p:cNvPr id="16" name="Picture 15">
            <a:extLst>
              <a:ext uri="{FF2B5EF4-FFF2-40B4-BE49-F238E27FC236}">
                <a16:creationId xmlns:a16="http://schemas.microsoft.com/office/drawing/2014/main" id="{A120B766-A5AE-360B-79E1-098739D6B87B}"/>
              </a:ext>
            </a:extLst>
          </p:cNvPr>
          <p:cNvPicPr>
            <a:picLocks noChangeAspect="1"/>
          </p:cNvPicPr>
          <p:nvPr/>
        </p:nvPicPr>
        <p:blipFill>
          <a:blip r:embed="rId4"/>
          <a:stretch>
            <a:fillRect/>
          </a:stretch>
        </p:blipFill>
        <p:spPr>
          <a:xfrm>
            <a:off x="8531204" y="110783"/>
            <a:ext cx="3541766" cy="2123178"/>
          </a:xfrm>
          <a:prstGeom prst="rect">
            <a:avLst/>
          </a:prstGeom>
        </p:spPr>
      </p:pic>
      <mc:AlternateContent xmlns:mc="http://schemas.openxmlformats.org/markup-compatibility/2006">
        <mc:Choice xmlns:p14="http://schemas.microsoft.com/office/powerpoint/2010/main" Requires="p14">
          <p:contentPart p14:bwMode="auto" r:id="rId5">
            <p14:nvContentPartPr>
              <p14:cNvPr id="13" name="Ink 12">
                <a:extLst>
                  <a:ext uri="{FF2B5EF4-FFF2-40B4-BE49-F238E27FC236}">
                    <a16:creationId xmlns:a16="http://schemas.microsoft.com/office/drawing/2014/main" id="{2FE2F185-83A4-D30D-E520-C7394D03C25A}"/>
                  </a:ext>
                </a:extLst>
              </p14:cNvPr>
              <p14:cNvContentPartPr/>
              <p14:nvPr/>
            </p14:nvContentPartPr>
            <p14:xfrm>
              <a:off x="5080680" y="4665240"/>
              <a:ext cx="360" cy="360"/>
            </p14:xfrm>
          </p:contentPart>
        </mc:Choice>
        <mc:Fallback>
          <p:pic>
            <p:nvPicPr>
              <p:cNvPr id="13" name="Ink 12">
                <a:extLst>
                  <a:ext uri="{FF2B5EF4-FFF2-40B4-BE49-F238E27FC236}">
                    <a16:creationId xmlns:a16="http://schemas.microsoft.com/office/drawing/2014/main" id="{2FE2F185-83A4-D30D-E520-C7394D03C25A}"/>
                  </a:ext>
                </a:extLst>
              </p:cNvPr>
              <p:cNvPicPr/>
              <p:nvPr/>
            </p:nvPicPr>
            <p:blipFill>
              <a:blip r:embed="rId6"/>
              <a:stretch>
                <a:fillRect/>
              </a:stretch>
            </p:blipFill>
            <p:spPr>
              <a:xfrm>
                <a:off x="5071320" y="4655880"/>
                <a:ext cx="19080" cy="19080"/>
              </a:xfrm>
              <a:prstGeom prst="rect">
                <a:avLst/>
              </a:prstGeom>
            </p:spPr>
          </p:pic>
        </mc:Fallback>
      </mc:AlternateContent>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11218">
        <p159:morph option="byObject"/>
      </p:transition>
    </mc:Choice>
    <mc:Fallback>
      <p:transition spd="slow" advTm="11218">
        <p:fade/>
      </p:transition>
    </mc:Fallback>
  </mc:AlternateContent>
  <p:extLst>
    <p:ext uri="{3A86A75C-4F4B-4683-9AE1-C65F6400EC91}">
      <p14:laserTraceLst xmlns:p14="http://schemas.microsoft.com/office/powerpoint/2010/main">
        <p14:tracePtLst>
          <p14:tracePt t="66" x="0" y="0"/>
        </p14:tracePtLst>
        <p14:tracePtLst>
          <p14:tracePt t="931" x="3727450" y="6299200"/>
          <p14:tracePt t="1727" x="3117850" y="6815138"/>
          <p14:tracePt t="1731" x="3117850" y="6799263"/>
          <p14:tracePt t="1747" x="3127375" y="6789738"/>
          <p14:tracePt t="1764" x="3152775" y="6721475"/>
          <p14:tracePt t="1784" x="3186113" y="6619875"/>
          <p14:tracePt t="1798" x="3219450" y="6577013"/>
          <p14:tracePt t="1815" x="3228975" y="6535738"/>
          <p14:tracePt t="1816" x="3228975" y="6510338"/>
          <p14:tracePt t="1831" x="3228975" y="6500813"/>
          <p14:tracePt t="1832" x="3228975" y="6483350"/>
          <p14:tracePt t="1849" x="3244850" y="6450013"/>
          <p14:tracePt t="1867" x="3254375" y="6381750"/>
          <p14:tracePt t="1881" x="3270250" y="6356350"/>
          <p14:tracePt t="1898" x="3279775" y="6305550"/>
          <p14:tracePt t="1915" x="3313113" y="6211888"/>
          <p14:tracePt t="1917" x="3330575" y="6178550"/>
          <p14:tracePt t="1931" x="3338513" y="6084888"/>
          <p14:tracePt t="1948" x="3355975" y="5957888"/>
          <p14:tracePt t="1952" x="3398838" y="5778500"/>
          <p14:tracePt t="1964" x="3398838" y="5634038"/>
          <p14:tracePt t="1981" x="3424238" y="4962525"/>
          <p14:tracePt t="2001" x="3424238" y="4478338"/>
          <p14:tracePt t="2015" x="3414713" y="4214813"/>
          <p14:tracePt t="2031" x="3414713" y="4037013"/>
          <p14:tracePt t="2049" x="3381375" y="3857625"/>
          <p14:tracePt t="2065" x="3363913" y="3781425"/>
          <p14:tracePt t="2083" x="3348038" y="3646488"/>
          <p14:tracePt t="2098" x="3348038" y="3603625"/>
          <p14:tracePt t="2099" x="3348038" y="3586163"/>
          <p14:tracePt t="2114" x="3338513" y="3568700"/>
          <p14:tracePt t="2133" x="3330575" y="3568700"/>
          <p14:tracePt t="2148" x="3313113" y="3543300"/>
          <p14:tracePt t="2167" x="3305175" y="3527425"/>
          <p14:tracePt t="2182" x="3305175" y="3517900"/>
          <p14:tracePt t="2199" x="3279775" y="3492500"/>
          <p14:tracePt t="2214" x="3262313" y="3441700"/>
          <p14:tracePt t="2233" x="3211513" y="3355975"/>
          <p14:tracePt t="2247" x="3186113" y="3314700"/>
          <p14:tracePt t="2266" x="3143250" y="3246438"/>
          <p14:tracePt t="2281" x="3117850" y="3203575"/>
          <p14:tracePt t="2297" x="3092450" y="3195638"/>
          <p14:tracePt t="2315" x="3074988" y="3170238"/>
          <p14:tracePt t="2317" x="3067050" y="3170238"/>
          <p14:tracePt t="2331" x="3041650" y="3144838"/>
          <p14:tracePt t="2348" x="3033713" y="3119438"/>
          <p14:tracePt t="2364" x="3008313" y="3109913"/>
          <p14:tracePt t="2366" x="3008313" y="3094038"/>
          <p14:tracePt t="2381" x="2982913" y="3067050"/>
          <p14:tracePt t="2398" x="2982913" y="3051175"/>
          <p14:tracePt t="2414" x="2973388" y="3025775"/>
          <p14:tracePt t="2431" x="2955925" y="2949575"/>
          <p14:tracePt t="2447" x="2940050" y="2795588"/>
          <p14:tracePt t="2448" x="2955925" y="2625725"/>
          <p14:tracePt t="2464" x="2973388" y="2336800"/>
          <p14:tracePt t="2482" x="2990850" y="2124075"/>
          <p14:tracePt t="2483" x="2990850" y="2039938"/>
          <p14:tracePt t="2498" x="3008313" y="2014538"/>
          <p14:tracePt t="2499" x="3016250" y="1997075"/>
          <p14:tracePt t="2514" x="3016250" y="1989138"/>
          <p14:tracePt t="2531" x="3016250" y="1963738"/>
          <p14:tracePt t="2547" x="3016250" y="1954213"/>
          <p14:tracePt t="2596" x="3033713" y="1938338"/>
          <p14:tracePt t="2601" x="3033713" y="1946275"/>
          <p14:tracePt t="2613" x="3041650" y="1938338"/>
          <p14:tracePt t="2630" x="3059113" y="1938338"/>
          <p14:tracePt t="2631" x="3059113" y="1928813"/>
          <p14:tracePt t="2648" x="3092450" y="1911350"/>
          <p14:tracePt t="2665" x="3135313" y="1878013"/>
          <p14:tracePt t="2680" x="3168650" y="1860550"/>
          <p14:tracePt t="2697" x="3228975" y="1835150"/>
          <p14:tracePt t="2715" x="3279775" y="1776413"/>
          <p14:tracePt t="2732" x="3322638" y="1758950"/>
          <p14:tracePt t="2748" x="3363913" y="1733550"/>
          <p14:tracePt t="2765" x="3398838" y="1725613"/>
          <p14:tracePt t="2781" x="3424238" y="1716088"/>
          <p14:tracePt t="2797" x="3432175" y="1700213"/>
          <p14:tracePt t="2814" x="3467100" y="1700213"/>
          <p14:tracePt t="2831" x="3482975" y="1690688"/>
          <p14:tracePt t="2849" x="3517900" y="1665288"/>
          <p14:tracePt t="2864" x="3533775" y="1657350"/>
          <p14:tracePt t="2881" x="3568700" y="1657350"/>
          <p14:tracePt t="2898" x="3636963" y="1614488"/>
          <p14:tracePt t="2913" x="3721100" y="1571625"/>
          <p14:tracePt t="2932" x="3848100" y="1512888"/>
          <p14:tracePt t="2948" x="3908425" y="1462088"/>
          <p14:tracePt t="2964" x="3951288" y="1452563"/>
          <p14:tracePt t="2980" x="3984625" y="1436688"/>
          <p14:tracePt t="2998" x="4010025" y="1427163"/>
          <p14:tracePt t="3015" x="4035425" y="1427163"/>
          <p14:tracePt t="3017" x="4044950" y="1427163"/>
          <p14:tracePt t="3031" x="4060825" y="1427163"/>
          <p14:tracePt t="3047" x="4086225" y="1401763"/>
          <p14:tracePt t="3064" x="4111625" y="1401763"/>
          <p14:tracePt t="3081" x="4146550" y="1385888"/>
          <p14:tracePt t="3098" x="4222750" y="1360488"/>
          <p14:tracePt t="3100" x="4273550" y="1343025"/>
          <p14:tracePt t="3115" x="4367213" y="1308100"/>
          <p14:tracePt t="3130" x="4494213" y="1274763"/>
          <p14:tracePt t="3147" x="4826000" y="1189038"/>
          <p14:tracePt t="3165" x="5132388" y="1112838"/>
          <p14:tracePt t="3180" x="5208588" y="1096963"/>
          <p14:tracePt t="3198" x="5249863" y="1096963"/>
          <p14:tracePt t="3213" x="5259388" y="1096963"/>
          <p14:tracePt t="3231" x="5284788" y="1096963"/>
          <p14:tracePt t="3249" x="5292725" y="1096963"/>
          <p14:tracePt t="3347" x="5292725" y="1104900"/>
          <p14:tracePt t="3365" x="5284788" y="1112838"/>
          <p14:tracePt t="3366" x="5267325" y="1112838"/>
          <p14:tracePt t="3381" x="5259388" y="1112838"/>
          <p14:tracePt t="3396" x="5259388" y="1122363"/>
          <p14:tracePt t="3414" x="5233988" y="1122363"/>
          <p14:tracePt t="3416" x="5216525" y="1122363"/>
          <p14:tracePt t="3430" x="5208588" y="1122363"/>
          <p14:tracePt t="3434" x="5199063" y="1122363"/>
          <p14:tracePt t="3446" x="5140325" y="1138238"/>
          <p14:tracePt t="3463" x="5089525" y="1155700"/>
          <p14:tracePt t="3480" x="5003800" y="1155700"/>
          <p14:tracePt t="3496" x="4927600" y="1163638"/>
          <p14:tracePt t="3514" x="4868863" y="1163638"/>
          <p14:tracePt t="3530" x="4826000" y="1163638"/>
          <p14:tracePt t="3547" x="4791075" y="1163638"/>
          <p14:tracePt t="3564" x="4749800" y="1163638"/>
          <p14:tracePt t="3565" x="4724400" y="1163638"/>
          <p14:tracePt t="3579" x="4673600" y="1163638"/>
          <p14:tracePt t="3598" x="4587875" y="1163638"/>
          <p14:tracePt t="3613" x="4537075" y="1163638"/>
          <p14:tracePt t="3630" x="4476750" y="1163638"/>
          <p14:tracePt t="3648" x="4400550" y="1163638"/>
          <p14:tracePt t="3662" x="4341813" y="1163638"/>
          <p14:tracePt t="3679" x="4273550" y="1163638"/>
          <p14:tracePt t="3698" x="4171950" y="1163638"/>
          <p14:tracePt t="3713" x="4121150" y="1163638"/>
          <p14:tracePt t="3732" x="4017963" y="1147763"/>
          <p14:tracePt t="3746" x="3992563" y="1147763"/>
          <p14:tracePt t="3764" x="3908425" y="1147763"/>
          <p14:tracePt t="3766" x="3883025" y="1147763"/>
          <p14:tracePt t="3781" x="3840163" y="1147763"/>
          <p14:tracePt t="3796" x="3814763" y="1147763"/>
          <p14:tracePt t="3814" x="3789363" y="1147763"/>
          <p14:tracePt t="3816" x="3781425" y="1147763"/>
          <p14:tracePt t="3830" x="3756025" y="1147763"/>
          <p14:tracePt t="3847" x="3721100" y="1147763"/>
          <p14:tracePt t="3865" x="3678238" y="1147763"/>
          <p14:tracePt t="3880" x="3652838" y="1147763"/>
          <p14:tracePt t="3896" x="3644900" y="1147763"/>
          <p14:tracePt t="3913" x="3619500" y="1147763"/>
          <p14:tracePt t="3929" x="3594100" y="1147763"/>
          <p14:tracePt t="3983" x="3602038" y="1147763"/>
          <p14:tracePt t="3998" x="3611563" y="1147763"/>
          <p14:tracePt t="4005" x="3627438" y="1147763"/>
          <p14:tracePt t="4019" x="3636963" y="1147763"/>
          <p14:tracePt t="4030" x="3644900" y="1163638"/>
          <p14:tracePt t="4047" x="3662363" y="1173163"/>
          <p14:tracePt t="4049" x="3670300" y="1173163"/>
          <p14:tracePt t="4063" x="3695700" y="1189038"/>
          <p14:tracePt t="4080" x="3746500" y="1231900"/>
          <p14:tracePt t="4096" x="3832225" y="1274763"/>
          <p14:tracePt t="4113" x="3916363" y="1317625"/>
          <p14:tracePt t="4130" x="3976688" y="1376363"/>
          <p14:tracePt t="4145" x="4060825" y="1436688"/>
          <p14:tracePt t="4162" x="4086225" y="1444625"/>
          <p14:tracePt t="4179" x="4111625" y="1470025"/>
          <p14:tracePt t="4196" x="4146550" y="1495425"/>
          <p14:tracePt t="4214" x="4162425" y="1504950"/>
          <p14:tracePt t="4216" x="4171950" y="1512888"/>
          <p14:tracePt t="4230" x="4179888" y="1530350"/>
          <p14:tracePt t="4232" x="4197350" y="1530350"/>
          <p14:tracePt t="4246" x="4205288" y="1538288"/>
          <p14:tracePt t="4264" x="4248150" y="1555750"/>
          <p14:tracePt t="4279" x="4273550" y="1563688"/>
          <p14:tracePt t="4295" x="4291013" y="1589088"/>
          <p14:tracePt t="4312" x="4316413" y="1597025"/>
          <p14:tracePt t="4328" x="4332288" y="1614488"/>
          <p14:tracePt t="4345" x="4341813" y="1622425"/>
          <p14:tracePt t="4362" x="4359275" y="1665288"/>
          <p14:tracePt t="4378" x="4384675" y="1733550"/>
          <p14:tracePt t="4395" x="4418013" y="1827213"/>
          <p14:tracePt t="4412" x="4451350" y="2030413"/>
          <p14:tracePt t="4416" x="4451350" y="2073275"/>
          <p14:tracePt t="4429" x="4451350" y="2184400"/>
          <p14:tracePt t="4447" x="4468813" y="2286000"/>
          <p14:tracePt t="4463" x="4486275" y="2362200"/>
          <p14:tracePt t="4479" x="4486275" y="2430463"/>
          <p14:tracePt t="4497" x="4503738" y="2549525"/>
          <p14:tracePt t="4513" x="4503738" y="2608263"/>
          <p14:tracePt t="4531" x="4503738" y="2676525"/>
          <p14:tracePt t="4545" x="4503738" y="2711450"/>
          <p14:tracePt t="4564" x="4503738" y="2736850"/>
          <p14:tracePt t="4566" x="4503738" y="2744788"/>
          <p14:tracePt t="4582" x="4503738" y="2770188"/>
          <p14:tracePt t="4596" x="4503738" y="2787650"/>
          <p14:tracePt t="4613" x="4494213" y="2805113"/>
          <p14:tracePt t="4615" x="4494213" y="2820988"/>
          <p14:tracePt t="4630" x="4494213" y="2846388"/>
          <p14:tracePt t="4647" x="4468813" y="2906713"/>
          <p14:tracePt t="4664" x="4400550" y="3067050"/>
          <p14:tracePt t="4678" x="4384675" y="3127375"/>
          <p14:tracePt t="4695" x="4341813" y="3271838"/>
          <p14:tracePt t="4714" x="4298950" y="3355975"/>
          <p14:tracePt t="4728" x="4281488" y="3416300"/>
          <p14:tracePt t="4746" x="4265613" y="3433763"/>
          <p14:tracePt t="4748" x="4256088" y="3467100"/>
          <p14:tracePt t="4764" x="4256088" y="3484563"/>
          <p14:tracePt t="4779" x="4240213" y="3527425"/>
          <p14:tracePt t="4797" x="4187825" y="3611563"/>
          <p14:tracePt t="4812" x="4154488" y="3636963"/>
          <p14:tracePt t="4813" x="4111625" y="3687763"/>
          <p14:tracePt t="4828" x="3848100" y="3857625"/>
          <p14:tracePt t="4848" x="3348038" y="4011613"/>
          <p14:tracePt t="4861" x="2889250" y="4052888"/>
          <p14:tracePt t="4880" x="2659063" y="4079875"/>
          <p14:tracePt t="4882" x="2574925" y="4079875"/>
          <p14:tracePt t="4897" x="2311400" y="4095750"/>
          <p14:tracePt t="4913" x="2149475" y="4087813"/>
          <p14:tracePt t="4931" x="1997075" y="4052888"/>
          <p14:tracePt t="4946" x="1920875" y="4027488"/>
          <p14:tracePt t="4962" x="1843088" y="3994150"/>
          <p14:tracePt t="4965" x="1817688" y="3994150"/>
          <p14:tracePt t="4979" x="1809750" y="3986213"/>
          <p14:tracePt t="4996" x="1682750" y="3917950"/>
          <p14:tracePt t="5013" x="1614488" y="3892550"/>
          <p14:tracePt t="5016" x="1579563" y="3875088"/>
          <p14:tracePt t="5030" x="1520825" y="3849688"/>
          <p14:tracePt t="5045" x="1444625" y="3806825"/>
          <p14:tracePt t="5065" x="1409700" y="3781425"/>
          <p14:tracePt t="5080" x="1384300" y="3756025"/>
          <p14:tracePt t="5095" x="1343025" y="3756025"/>
          <p14:tracePt t="5113" x="1325563" y="3730625"/>
          <p14:tracePt t="5129" x="1308100" y="3722688"/>
          <p14:tracePt t="5144" x="1282700" y="3705225"/>
          <p14:tracePt t="5163" x="1282700" y="3697288"/>
          <p14:tracePt t="5165" x="1274763" y="3679825"/>
          <p14:tracePt t="5182" x="1257300" y="3679825"/>
          <p14:tracePt t="5197" x="1257300" y="3671888"/>
          <p14:tracePt t="5225" x="1265238" y="3671888"/>
          <p14:tracePt t="5240" x="1274763" y="3671888"/>
          <p14:tracePt t="5261" x="1290638" y="3654425"/>
          <p14:tracePt t="5267" x="1290638" y="3662363"/>
          <p14:tracePt t="5279" x="1290638" y="3654425"/>
          <p14:tracePt t="5282" x="1300163" y="3654425"/>
          <p14:tracePt t="5295" x="1317625" y="3646488"/>
          <p14:tracePt t="5312" x="1368425" y="3629025"/>
          <p14:tracePt t="5329" x="1419225" y="3619500"/>
          <p14:tracePt t="5330" x="1512888" y="3603625"/>
          <p14:tracePt t="5345" x="1860550" y="3509963"/>
          <p14:tracePt t="5363" x="2268538" y="3398838"/>
          <p14:tracePt t="5379" x="2557463" y="3373438"/>
          <p14:tracePt t="5380" x="2727325" y="3355975"/>
          <p14:tracePt t="5395" x="2879725" y="3340100"/>
          <p14:tracePt t="5411" x="2965450" y="3340100"/>
          <p14:tracePt t="5428" x="2998788" y="3340100"/>
          <p14:tracePt t="5444" x="3024188" y="3348038"/>
          <p14:tracePt t="5461" x="3049588" y="3355975"/>
          <p14:tracePt t="5485" x="3059113" y="3355975"/>
          <p14:tracePt t="5597" x="3059113" y="3373438"/>
          <p14:tracePt t="5653" x="3074988" y="3382963"/>
          <p14:tracePt t="5675" x="3084513" y="3382963"/>
          <p14:tracePt t="5688" x="3084513" y="3390900"/>
          <p14:tracePt t="5702" x="3092450" y="3390900"/>
          <p14:tracePt t="5730" x="3109913" y="3390900"/>
          <p14:tracePt t="5737" x="3100388" y="3390900"/>
          <p14:tracePt t="5746" x="3109913" y="3390900"/>
          <p14:tracePt t="5765" x="3117850" y="3390900"/>
          <p14:tracePt t="5786" x="3135313" y="3390900"/>
          <p14:tracePt t="5807" x="3143250" y="3390900"/>
          <p14:tracePt t="5829" x="3160713" y="3390900"/>
          <p14:tracePt t="5843" x="3168650" y="3390900"/>
          <p14:tracePt t="5849" x="3178175" y="3390900"/>
          <p14:tracePt t="5871" x="3194050" y="3390900"/>
          <p14:tracePt t="5884" x="3203575" y="3390900"/>
          <p14:tracePt t="5899" x="3219450" y="3390900"/>
          <p14:tracePt t="5913" x="3228975" y="3390900"/>
          <p14:tracePt t="5928" x="3244850" y="3390900"/>
          <p14:tracePt t="5945" x="3254375" y="3390900"/>
          <p14:tracePt t="5961" x="3262313" y="3390900"/>
          <p14:tracePt t="5977" x="3279775" y="3390900"/>
          <p14:tracePt t="5997" x="3287713" y="3390900"/>
          <p14:tracePt t="6025" x="3305175" y="3390900"/>
          <p14:tracePt t="6060" x="3313113" y="3390900"/>
          <p14:tracePt t="7576" x="3475038" y="3467100"/>
          <p14:tracePt t="7581" x="3789363" y="3679825"/>
          <p14:tracePt t="7592" x="4002088" y="3841750"/>
          <p14:tracePt t="7595" x="4187825" y="3986213"/>
          <p14:tracePt t="7609" x="4375150" y="4171950"/>
          <p14:tracePt t="7626" x="4757738" y="4614863"/>
          <p14:tracePt t="7643" x="4851400" y="4810125"/>
          <p14:tracePt t="7660" x="4970463" y="4987925"/>
          <p14:tracePt t="7661" x="5003800" y="5030788"/>
          <p14:tracePt t="7676" x="5054600" y="5149850"/>
          <p14:tracePt t="7694" x="5233988" y="5497513"/>
          <p14:tracePt t="7709" x="5318125" y="5770563"/>
          <p14:tracePt t="7726" x="5394325" y="5932488"/>
          <p14:tracePt t="7729" x="5394325" y="5983288"/>
          <p14:tracePt t="7744" x="5446713" y="6092825"/>
          <p14:tracePt t="7759" x="5454650" y="6203950"/>
          <p14:tracePt t="7778" x="5472113" y="6280150"/>
          <p14:tracePt t="7780" x="5472113" y="6365875"/>
          <p14:tracePt t="7792" x="5472113" y="6391275"/>
          <p14:tracePt t="7794" x="5472113" y="6442075"/>
          <p14:tracePt t="7810" x="5454650" y="6569075"/>
          <p14:tracePt t="7812" x="5454650" y="6627813"/>
          <p14:tracePt t="7827" x="5437188" y="6705600"/>
          <p14:tracePt t="7843" x="5403850" y="6799263"/>
          <p14:tracePt t="7860" x="5403850" y="6840538"/>
          <p14:tracePt t="9355" x="7137400" y="6645275"/>
          <p14:tracePt t="9361" x="7502525" y="6500813"/>
          <p14:tracePt t="9376" x="7850188" y="6391275"/>
          <p14:tracePt t="9377" x="8029575" y="6330950"/>
          <p14:tracePt t="9391" x="8291513" y="6229350"/>
          <p14:tracePt t="9408" x="9005888" y="5922963"/>
          <p14:tracePt t="9429" x="9413875" y="5684838"/>
          <p14:tracePt t="9442" x="9583738" y="5591175"/>
          <p14:tracePt t="9457" x="9829800" y="5489575"/>
          <p14:tracePt t="9476" x="10093325" y="5370513"/>
          <p14:tracePt t="9491" x="10229850" y="5337175"/>
          <p14:tracePt t="9509" x="10356850" y="5327650"/>
          <p14:tracePt t="9510" x="10399713" y="5311775"/>
          <p14:tracePt t="9524" x="10493375" y="5294313"/>
          <p14:tracePt t="9541" x="10815638" y="5251450"/>
          <p14:tracePt t="9544" x="10901363" y="5251450"/>
          <p14:tracePt t="9558" x="10993438" y="5260975"/>
          <p14:tracePt t="9560" x="11036300" y="5260975"/>
          <p14:tracePt t="9574" x="11096625" y="5276850"/>
          <p14:tracePt t="9923" x="11231563" y="5243513"/>
          <p14:tracePt t="9941" x="11614150" y="5132388"/>
          <p14:tracePt t="9956" x="11860213" y="5013325"/>
          <p14:tracePt t="9973" x="12080875" y="4903788"/>
          <p14:tracePt t="9990" x="12158663" y="4827588"/>
        </p14:tracePtLst>
      </p14:laserTraceLst>
    </p:ext>
  </p:extLs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6FD"/>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3657600" cy="228600"/>
          </a:xfrm>
          <a:prstGeom prst="rect">
            <a:avLst/>
          </a:prstGeom>
          <a:noFill/>
        </p:spPr>
        <p:txBody>
          <a:bodyPr wrap="square" lIns="27432" tIns="27432" rIns="27432" bIns="27432" anchor="t">
            <a:spAutoFit/>
          </a:bodyPr>
          <a:lstStyle/>
          <a:p>
            <a:pPr algn="l">
              <a:spcAft>
                <a:spcPts val="0"/>
              </a:spcAft>
            </a:pPr>
            <a:r>
              <a:rPr sz="1000" b="1" i="0">
                <a:solidFill>
                  <a:srgbClr val="5B37B4"/>
                </a:solidFill>
                <a:latin typeface="Aptos"/>
              </a:rPr>
              <a:t>01 / EXECUTIVE SUMMARY</a:t>
            </a:r>
          </a:p>
        </p:txBody>
      </p:sp>
      <p:sp>
        <p:nvSpPr>
          <p:cNvPr id="3" name="TextBox 2"/>
          <p:cNvSpPr txBox="1"/>
          <p:nvPr/>
        </p:nvSpPr>
        <p:spPr>
          <a:xfrm>
            <a:off x="594360" y="658368"/>
            <a:ext cx="10972800" cy="502920"/>
          </a:xfrm>
          <a:prstGeom prst="rect">
            <a:avLst/>
          </a:prstGeom>
          <a:noFill/>
        </p:spPr>
        <p:txBody>
          <a:bodyPr wrap="square" lIns="27432" tIns="27432" rIns="27432" bIns="27432" anchor="t">
            <a:spAutoFit/>
          </a:bodyPr>
          <a:lstStyle/>
          <a:p>
            <a:pPr algn="l">
              <a:spcAft>
                <a:spcPts val="0"/>
              </a:spcAft>
            </a:pPr>
            <a:r>
              <a:rPr sz="2800" b="1" i="0">
                <a:solidFill>
                  <a:srgbClr val="2B1C4F"/>
                </a:solidFill>
                <a:latin typeface="Aptos"/>
              </a:rPr>
              <a:t>The observed difference is not statistically significant</a:t>
            </a:r>
          </a:p>
        </p:txBody>
      </p:sp>
      <p:sp>
        <p:nvSpPr>
          <p:cNvPr id="4" name="TextBox 3"/>
          <p:cNvSpPr txBox="1"/>
          <p:nvPr/>
        </p:nvSpPr>
        <p:spPr>
          <a:xfrm>
            <a:off x="612648" y="1225296"/>
            <a:ext cx="10972800" cy="347472"/>
          </a:xfrm>
          <a:prstGeom prst="rect">
            <a:avLst/>
          </a:prstGeom>
          <a:noFill/>
        </p:spPr>
        <p:txBody>
          <a:bodyPr wrap="square" lIns="27432" tIns="27432" rIns="27432" bIns="27432" anchor="t">
            <a:spAutoFit/>
          </a:bodyPr>
          <a:lstStyle/>
          <a:p>
            <a:pPr algn="l">
              <a:spcAft>
                <a:spcPts val="0"/>
              </a:spcAft>
            </a:pPr>
            <a:r>
              <a:rPr sz="1200" b="0" i="0">
                <a:solidFill>
                  <a:srgbClr val="696376"/>
                </a:solidFill>
                <a:latin typeface="Aptos"/>
              </a:rPr>
              <a:t>The sample mean is higher for male customers, but the evidence is not strong enough to conclude a population mean difference.</a:t>
            </a:r>
          </a:p>
        </p:txBody>
      </p:sp>
      <p:sp>
        <p:nvSpPr>
          <p:cNvPr id="5" name="Rectangle 4"/>
          <p:cNvSpPr/>
          <p:nvPr/>
        </p:nvSpPr>
        <p:spPr>
          <a:xfrm>
            <a:off x="594360" y="6473952"/>
            <a:ext cx="10972800" cy="10972"/>
          </a:xfrm>
          <a:prstGeom prst="rect">
            <a:avLst/>
          </a:prstGeom>
          <a:solidFill>
            <a:srgbClr val="E1D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12648" y="6537960"/>
            <a:ext cx="8046720" cy="164592"/>
          </a:xfrm>
          <a:prstGeom prst="rect">
            <a:avLst/>
          </a:prstGeom>
          <a:noFill/>
        </p:spPr>
        <p:txBody>
          <a:bodyPr wrap="square" lIns="27432" tIns="27432" rIns="27432" bIns="27432" anchor="t">
            <a:spAutoFit/>
          </a:bodyPr>
          <a:lstStyle/>
          <a:p>
            <a:pPr algn="l">
              <a:spcAft>
                <a:spcPts val="0"/>
              </a:spcAft>
            </a:pPr>
            <a:r>
              <a:rPr sz="800" b="0" i="0">
                <a:solidFill>
                  <a:srgbClr val="696376"/>
                </a:solidFill>
                <a:latin typeface="Aptos"/>
              </a:rPr>
              <a:t>APEXPLANET DATA ANALYTICS INTERNSHIP  •  TASK 4</a:t>
            </a:r>
          </a:p>
        </p:txBody>
      </p:sp>
      <p:sp>
        <p:nvSpPr>
          <p:cNvPr id="7" name="TextBox 6"/>
          <p:cNvSpPr txBox="1"/>
          <p:nvPr/>
        </p:nvSpPr>
        <p:spPr>
          <a:xfrm>
            <a:off x="10972800" y="6519672"/>
            <a:ext cx="502920" cy="201168"/>
          </a:xfrm>
          <a:prstGeom prst="rect">
            <a:avLst/>
          </a:prstGeom>
          <a:noFill/>
        </p:spPr>
        <p:txBody>
          <a:bodyPr wrap="square" lIns="27432" tIns="27432" rIns="27432" bIns="27432" anchor="t">
            <a:spAutoFit/>
          </a:bodyPr>
          <a:lstStyle/>
          <a:p>
            <a:pPr algn="r">
              <a:spcAft>
                <a:spcPts val="0"/>
              </a:spcAft>
            </a:pPr>
            <a:r>
              <a:rPr sz="900" b="1" i="0">
                <a:solidFill>
                  <a:srgbClr val="5B37B4"/>
                </a:solidFill>
                <a:latin typeface="Aptos"/>
              </a:rPr>
              <a:t>02</a:t>
            </a:r>
          </a:p>
        </p:txBody>
      </p:sp>
      <p:sp>
        <p:nvSpPr>
          <p:cNvPr id="8" name="Rounded Rectangle 7"/>
          <p:cNvSpPr/>
          <p:nvPr/>
        </p:nvSpPr>
        <p:spPr>
          <a:xfrm>
            <a:off x="640080" y="1828800"/>
            <a:ext cx="2560320" cy="1508760"/>
          </a:xfrm>
          <a:prstGeom prst="roundRect">
            <a:avLst/>
          </a:prstGeom>
          <a:solidFill>
            <a:srgbClr val="FFFFFF"/>
          </a:solidFill>
          <a:ln w="12700">
            <a:solidFill>
              <a:srgbClr val="E1D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828800"/>
            <a:ext cx="73152" cy="1508760"/>
          </a:xfrm>
          <a:prstGeom prst="rect">
            <a:avLst/>
          </a:prstGeom>
          <a:solidFill>
            <a:srgbClr val="5B3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7" y="1993392"/>
            <a:ext cx="2194560" cy="274320"/>
          </a:xfrm>
          <a:prstGeom prst="rect">
            <a:avLst/>
          </a:prstGeom>
          <a:noFill/>
        </p:spPr>
        <p:txBody>
          <a:bodyPr wrap="square" lIns="27432" tIns="27432" rIns="27432" bIns="27432" anchor="t">
            <a:spAutoFit/>
          </a:bodyPr>
          <a:lstStyle/>
          <a:p>
            <a:pPr algn="l">
              <a:spcAft>
                <a:spcPts val="0"/>
              </a:spcAft>
            </a:pPr>
            <a:r>
              <a:rPr sz="1100" b="1" i="0">
                <a:solidFill>
                  <a:srgbClr val="696376"/>
                </a:solidFill>
                <a:latin typeface="Aptos"/>
              </a:rPr>
              <a:t>MALE CUSTOMER MEAN</a:t>
            </a:r>
          </a:p>
        </p:txBody>
      </p:sp>
      <p:sp>
        <p:nvSpPr>
          <p:cNvPr id="11" name="TextBox 10"/>
          <p:cNvSpPr txBox="1"/>
          <p:nvPr/>
        </p:nvSpPr>
        <p:spPr>
          <a:xfrm>
            <a:off x="841247" y="2340864"/>
            <a:ext cx="2194560" cy="475488"/>
          </a:xfrm>
          <a:prstGeom prst="rect">
            <a:avLst/>
          </a:prstGeom>
          <a:noFill/>
        </p:spPr>
        <p:txBody>
          <a:bodyPr wrap="square" lIns="27432" tIns="27432" rIns="27432" bIns="27432" anchor="t">
            <a:spAutoFit/>
          </a:bodyPr>
          <a:lstStyle/>
          <a:p>
            <a:pPr algn="l">
              <a:spcAft>
                <a:spcPts val="0"/>
              </a:spcAft>
            </a:pPr>
            <a:r>
              <a:rPr sz="2400" b="1" i="0">
                <a:solidFill>
                  <a:srgbClr val="2B1C4F"/>
                </a:solidFill>
                <a:latin typeface="Aptos"/>
              </a:rPr>
              <a:t>140,930.68</a:t>
            </a:r>
          </a:p>
        </p:txBody>
      </p:sp>
      <p:sp>
        <p:nvSpPr>
          <p:cNvPr id="12" name="TextBox 11"/>
          <p:cNvSpPr txBox="1"/>
          <p:nvPr/>
        </p:nvSpPr>
        <p:spPr>
          <a:xfrm>
            <a:off x="841247" y="2852928"/>
            <a:ext cx="2194560" cy="411479"/>
          </a:xfrm>
          <a:prstGeom prst="rect">
            <a:avLst/>
          </a:prstGeom>
          <a:noFill/>
        </p:spPr>
        <p:txBody>
          <a:bodyPr wrap="square" lIns="27432" tIns="27432" rIns="27432" bIns="27432" anchor="t">
            <a:spAutoFit/>
          </a:bodyPr>
          <a:lstStyle/>
          <a:p>
            <a:pPr algn="l">
              <a:spcAft>
                <a:spcPts val="0"/>
              </a:spcAft>
            </a:pPr>
            <a:r>
              <a:rPr sz="1000" b="0" i="0">
                <a:solidFill>
                  <a:srgbClr val="696376"/>
                </a:solidFill>
                <a:latin typeface="Aptos"/>
              </a:rPr>
              <a:t>468 customers</a:t>
            </a:r>
          </a:p>
        </p:txBody>
      </p:sp>
      <p:sp>
        <p:nvSpPr>
          <p:cNvPr id="13" name="Rounded Rectangle 12"/>
          <p:cNvSpPr/>
          <p:nvPr/>
        </p:nvSpPr>
        <p:spPr>
          <a:xfrm>
            <a:off x="3337560" y="1828800"/>
            <a:ext cx="2560320" cy="1508760"/>
          </a:xfrm>
          <a:prstGeom prst="roundRect">
            <a:avLst/>
          </a:prstGeom>
          <a:solidFill>
            <a:srgbClr val="FFFFFF"/>
          </a:solidFill>
          <a:ln w="12700">
            <a:solidFill>
              <a:srgbClr val="E1D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37560" y="1828800"/>
            <a:ext cx="73152" cy="1508760"/>
          </a:xfrm>
          <a:prstGeom prst="rect">
            <a:avLst/>
          </a:prstGeom>
          <a:solidFill>
            <a:srgbClr val="8462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38728" y="1993392"/>
            <a:ext cx="2194560" cy="274320"/>
          </a:xfrm>
          <a:prstGeom prst="rect">
            <a:avLst/>
          </a:prstGeom>
          <a:noFill/>
        </p:spPr>
        <p:txBody>
          <a:bodyPr wrap="square" lIns="27432" tIns="27432" rIns="27432" bIns="27432" anchor="t">
            <a:spAutoFit/>
          </a:bodyPr>
          <a:lstStyle/>
          <a:p>
            <a:pPr algn="l">
              <a:spcAft>
                <a:spcPts val="0"/>
              </a:spcAft>
            </a:pPr>
            <a:r>
              <a:rPr sz="1100" b="1" i="0">
                <a:solidFill>
                  <a:srgbClr val="696376"/>
                </a:solidFill>
                <a:latin typeface="Aptos"/>
              </a:rPr>
              <a:t>FEMALE CUSTOMER MEAN</a:t>
            </a:r>
          </a:p>
        </p:txBody>
      </p:sp>
      <p:sp>
        <p:nvSpPr>
          <p:cNvPr id="16" name="TextBox 15"/>
          <p:cNvSpPr txBox="1"/>
          <p:nvPr/>
        </p:nvSpPr>
        <p:spPr>
          <a:xfrm>
            <a:off x="3538728" y="2340864"/>
            <a:ext cx="2194560" cy="475488"/>
          </a:xfrm>
          <a:prstGeom prst="rect">
            <a:avLst/>
          </a:prstGeom>
          <a:noFill/>
        </p:spPr>
        <p:txBody>
          <a:bodyPr wrap="square" lIns="27432" tIns="27432" rIns="27432" bIns="27432" anchor="t">
            <a:spAutoFit/>
          </a:bodyPr>
          <a:lstStyle/>
          <a:p>
            <a:pPr algn="l">
              <a:spcAft>
                <a:spcPts val="0"/>
              </a:spcAft>
            </a:pPr>
            <a:r>
              <a:rPr sz="2400" b="1" i="0">
                <a:solidFill>
                  <a:srgbClr val="2B1C4F"/>
                </a:solidFill>
                <a:latin typeface="Aptos"/>
              </a:rPr>
              <a:t>135,163.78</a:t>
            </a:r>
          </a:p>
        </p:txBody>
      </p:sp>
      <p:sp>
        <p:nvSpPr>
          <p:cNvPr id="17" name="TextBox 16"/>
          <p:cNvSpPr txBox="1"/>
          <p:nvPr/>
        </p:nvSpPr>
        <p:spPr>
          <a:xfrm>
            <a:off x="3538728" y="2852928"/>
            <a:ext cx="2194560" cy="411479"/>
          </a:xfrm>
          <a:prstGeom prst="rect">
            <a:avLst/>
          </a:prstGeom>
          <a:noFill/>
        </p:spPr>
        <p:txBody>
          <a:bodyPr wrap="square" lIns="27432" tIns="27432" rIns="27432" bIns="27432" anchor="t">
            <a:spAutoFit/>
          </a:bodyPr>
          <a:lstStyle/>
          <a:p>
            <a:pPr algn="l">
              <a:spcAft>
                <a:spcPts val="0"/>
              </a:spcAft>
            </a:pPr>
            <a:r>
              <a:rPr sz="1000" b="0" i="0">
                <a:solidFill>
                  <a:srgbClr val="696376"/>
                </a:solidFill>
                <a:latin typeface="Aptos"/>
              </a:rPr>
              <a:t>445 customers</a:t>
            </a:r>
          </a:p>
        </p:txBody>
      </p:sp>
      <p:sp>
        <p:nvSpPr>
          <p:cNvPr id="18" name="Rounded Rectangle 17"/>
          <p:cNvSpPr/>
          <p:nvPr/>
        </p:nvSpPr>
        <p:spPr>
          <a:xfrm>
            <a:off x="6035040" y="1828800"/>
            <a:ext cx="2560320" cy="1508760"/>
          </a:xfrm>
          <a:prstGeom prst="roundRect">
            <a:avLst/>
          </a:prstGeom>
          <a:solidFill>
            <a:srgbClr val="FFFFFF"/>
          </a:solidFill>
          <a:ln w="12700">
            <a:solidFill>
              <a:srgbClr val="E1D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035040" y="1828800"/>
            <a:ext cx="73152" cy="1508760"/>
          </a:xfrm>
          <a:prstGeom prst="rect">
            <a:avLst/>
          </a:prstGeom>
          <a:solidFill>
            <a:srgbClr val="5B3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36207" y="1993392"/>
            <a:ext cx="2194560" cy="274320"/>
          </a:xfrm>
          <a:prstGeom prst="rect">
            <a:avLst/>
          </a:prstGeom>
          <a:noFill/>
        </p:spPr>
        <p:txBody>
          <a:bodyPr wrap="square" lIns="27432" tIns="27432" rIns="27432" bIns="27432" anchor="t">
            <a:spAutoFit/>
          </a:bodyPr>
          <a:lstStyle/>
          <a:p>
            <a:pPr algn="l">
              <a:spcAft>
                <a:spcPts val="0"/>
              </a:spcAft>
            </a:pPr>
            <a:r>
              <a:rPr sz="1100" b="1" i="0">
                <a:solidFill>
                  <a:srgbClr val="696376"/>
                </a:solidFill>
                <a:latin typeface="Aptos"/>
              </a:rPr>
              <a:t>MEAN DIFFERENCE</a:t>
            </a:r>
          </a:p>
        </p:txBody>
      </p:sp>
      <p:sp>
        <p:nvSpPr>
          <p:cNvPr id="21" name="TextBox 20"/>
          <p:cNvSpPr txBox="1"/>
          <p:nvPr/>
        </p:nvSpPr>
        <p:spPr>
          <a:xfrm>
            <a:off x="6236207" y="2340864"/>
            <a:ext cx="2194560" cy="475488"/>
          </a:xfrm>
          <a:prstGeom prst="rect">
            <a:avLst/>
          </a:prstGeom>
          <a:noFill/>
        </p:spPr>
        <p:txBody>
          <a:bodyPr wrap="square" lIns="27432" tIns="27432" rIns="27432" bIns="27432" anchor="t">
            <a:spAutoFit/>
          </a:bodyPr>
          <a:lstStyle/>
          <a:p>
            <a:pPr algn="l">
              <a:spcAft>
                <a:spcPts val="0"/>
              </a:spcAft>
            </a:pPr>
            <a:r>
              <a:rPr sz="2400" b="1" i="0">
                <a:solidFill>
                  <a:srgbClr val="2B1C4F"/>
                </a:solidFill>
                <a:latin typeface="Aptos"/>
              </a:rPr>
              <a:t>5,766.91</a:t>
            </a:r>
          </a:p>
        </p:txBody>
      </p:sp>
      <p:sp>
        <p:nvSpPr>
          <p:cNvPr id="22" name="TextBox 21"/>
          <p:cNvSpPr txBox="1"/>
          <p:nvPr/>
        </p:nvSpPr>
        <p:spPr>
          <a:xfrm>
            <a:off x="6236207" y="2852928"/>
            <a:ext cx="2194560" cy="411479"/>
          </a:xfrm>
          <a:prstGeom prst="rect">
            <a:avLst/>
          </a:prstGeom>
          <a:noFill/>
        </p:spPr>
        <p:txBody>
          <a:bodyPr wrap="square" lIns="27432" tIns="27432" rIns="27432" bIns="27432" anchor="t">
            <a:spAutoFit/>
          </a:bodyPr>
          <a:lstStyle/>
          <a:p>
            <a:pPr algn="l">
              <a:spcAft>
                <a:spcPts val="0"/>
              </a:spcAft>
            </a:pPr>
            <a:r>
              <a:rPr sz="1000" b="0" i="0">
                <a:solidFill>
                  <a:srgbClr val="696376"/>
                </a:solidFill>
                <a:latin typeface="Aptos"/>
              </a:rPr>
              <a:t>Male − female</a:t>
            </a:r>
          </a:p>
        </p:txBody>
      </p:sp>
      <p:sp>
        <p:nvSpPr>
          <p:cNvPr id="23" name="Rounded Rectangle 22"/>
          <p:cNvSpPr/>
          <p:nvPr/>
        </p:nvSpPr>
        <p:spPr>
          <a:xfrm>
            <a:off x="8732520" y="1828800"/>
            <a:ext cx="2560320" cy="1508760"/>
          </a:xfrm>
          <a:prstGeom prst="roundRect">
            <a:avLst/>
          </a:prstGeom>
          <a:solidFill>
            <a:srgbClr val="FFFFFF"/>
          </a:solidFill>
          <a:ln w="12700">
            <a:solidFill>
              <a:srgbClr val="E1D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732520" y="1828800"/>
            <a:ext cx="73152" cy="1508760"/>
          </a:xfrm>
          <a:prstGeom prst="rect">
            <a:avLst/>
          </a:prstGeom>
          <a:solidFill>
            <a:srgbClr val="257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933688" y="1993392"/>
            <a:ext cx="2194560" cy="274320"/>
          </a:xfrm>
          <a:prstGeom prst="rect">
            <a:avLst/>
          </a:prstGeom>
          <a:noFill/>
        </p:spPr>
        <p:txBody>
          <a:bodyPr wrap="square" lIns="27432" tIns="27432" rIns="27432" bIns="27432" anchor="t">
            <a:spAutoFit/>
          </a:bodyPr>
          <a:lstStyle/>
          <a:p>
            <a:pPr algn="l">
              <a:spcAft>
                <a:spcPts val="0"/>
              </a:spcAft>
            </a:pPr>
            <a:r>
              <a:rPr sz="1100" b="1" i="0">
                <a:solidFill>
                  <a:srgbClr val="696376"/>
                </a:solidFill>
                <a:latin typeface="Aptos"/>
              </a:rPr>
              <a:t>WELCH TEST P-VALUE</a:t>
            </a:r>
          </a:p>
        </p:txBody>
      </p:sp>
      <p:sp>
        <p:nvSpPr>
          <p:cNvPr id="26" name="TextBox 25"/>
          <p:cNvSpPr txBox="1"/>
          <p:nvPr/>
        </p:nvSpPr>
        <p:spPr>
          <a:xfrm>
            <a:off x="8933688" y="2340864"/>
            <a:ext cx="2194560" cy="475488"/>
          </a:xfrm>
          <a:prstGeom prst="rect">
            <a:avLst/>
          </a:prstGeom>
          <a:noFill/>
        </p:spPr>
        <p:txBody>
          <a:bodyPr wrap="square" lIns="27432" tIns="27432" rIns="27432" bIns="27432" anchor="t">
            <a:spAutoFit/>
          </a:bodyPr>
          <a:lstStyle/>
          <a:p>
            <a:pPr algn="l">
              <a:spcAft>
                <a:spcPts val="0"/>
              </a:spcAft>
            </a:pPr>
            <a:r>
              <a:rPr sz="2400" b="1" i="0">
                <a:solidFill>
                  <a:srgbClr val="2B1C4F"/>
                </a:solidFill>
                <a:latin typeface="Aptos"/>
              </a:rPr>
              <a:t>0.4399</a:t>
            </a:r>
          </a:p>
        </p:txBody>
      </p:sp>
      <p:sp>
        <p:nvSpPr>
          <p:cNvPr id="27" name="TextBox 26"/>
          <p:cNvSpPr txBox="1"/>
          <p:nvPr/>
        </p:nvSpPr>
        <p:spPr>
          <a:xfrm>
            <a:off x="8933688" y="2852928"/>
            <a:ext cx="2194560" cy="411479"/>
          </a:xfrm>
          <a:prstGeom prst="rect">
            <a:avLst/>
          </a:prstGeom>
          <a:noFill/>
        </p:spPr>
        <p:txBody>
          <a:bodyPr wrap="square" lIns="27432" tIns="27432" rIns="27432" bIns="27432" anchor="t">
            <a:spAutoFit/>
          </a:bodyPr>
          <a:lstStyle/>
          <a:p>
            <a:pPr algn="l">
              <a:spcAft>
                <a:spcPts val="0"/>
              </a:spcAft>
            </a:pPr>
            <a:r>
              <a:rPr sz="1000" b="0" i="0">
                <a:solidFill>
                  <a:srgbClr val="696376"/>
                </a:solidFill>
                <a:latin typeface="Aptos"/>
              </a:rPr>
              <a:t>α = 0.05</a:t>
            </a:r>
          </a:p>
        </p:txBody>
      </p:sp>
      <p:sp>
        <p:nvSpPr>
          <p:cNvPr id="28" name="Rounded Rectangle 27"/>
          <p:cNvSpPr/>
          <p:nvPr/>
        </p:nvSpPr>
        <p:spPr>
          <a:xfrm>
            <a:off x="658368" y="3794760"/>
            <a:ext cx="10927080" cy="1508760"/>
          </a:xfrm>
          <a:prstGeom prst="roundRect">
            <a:avLst/>
          </a:prstGeom>
          <a:solidFill>
            <a:srgbClr val="EFE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 y="4050791"/>
            <a:ext cx="1234440" cy="256032"/>
          </a:xfrm>
          <a:prstGeom prst="rect">
            <a:avLst/>
          </a:prstGeom>
          <a:noFill/>
        </p:spPr>
        <p:txBody>
          <a:bodyPr wrap="square" lIns="27432" tIns="27432" rIns="27432" bIns="27432" anchor="t">
            <a:spAutoFit/>
          </a:bodyPr>
          <a:lstStyle/>
          <a:p>
            <a:pPr algn="l">
              <a:spcAft>
                <a:spcPts val="0"/>
              </a:spcAft>
            </a:pPr>
            <a:r>
              <a:rPr sz="1100" b="1" i="0">
                <a:solidFill>
                  <a:srgbClr val="5B37B4"/>
                </a:solidFill>
                <a:latin typeface="Aptos"/>
              </a:rPr>
              <a:t>DECISION</a:t>
            </a:r>
          </a:p>
        </p:txBody>
      </p:sp>
      <p:sp>
        <p:nvSpPr>
          <p:cNvPr id="30" name="TextBox 29"/>
          <p:cNvSpPr txBox="1"/>
          <p:nvPr/>
        </p:nvSpPr>
        <p:spPr>
          <a:xfrm>
            <a:off x="2148840" y="3977639"/>
            <a:ext cx="5486400" cy="384048"/>
          </a:xfrm>
          <a:prstGeom prst="rect">
            <a:avLst/>
          </a:prstGeom>
          <a:noFill/>
        </p:spPr>
        <p:txBody>
          <a:bodyPr wrap="square" lIns="27432" tIns="27432" rIns="27432" bIns="27432" anchor="t">
            <a:spAutoFit/>
          </a:bodyPr>
          <a:lstStyle/>
          <a:p>
            <a:pPr algn="l">
              <a:spcAft>
                <a:spcPts val="0"/>
              </a:spcAft>
            </a:pPr>
            <a:r>
              <a:rPr sz="2200" b="1" i="0">
                <a:solidFill>
                  <a:srgbClr val="2B1C4F"/>
                </a:solidFill>
                <a:latin typeface="Aptos"/>
              </a:rPr>
              <a:t>Fail to reject the null hypothesis</a:t>
            </a:r>
          </a:p>
        </p:txBody>
      </p:sp>
      <p:sp>
        <p:nvSpPr>
          <p:cNvPr id="31" name="TextBox 30"/>
          <p:cNvSpPr txBox="1"/>
          <p:nvPr/>
        </p:nvSpPr>
        <p:spPr>
          <a:xfrm>
            <a:off x="2167128" y="4507992"/>
            <a:ext cx="8046720" cy="320040"/>
          </a:xfrm>
          <a:prstGeom prst="rect">
            <a:avLst/>
          </a:prstGeom>
          <a:noFill/>
        </p:spPr>
        <p:txBody>
          <a:bodyPr wrap="square" lIns="27432" tIns="27432" rIns="27432" bIns="27432" anchor="t">
            <a:spAutoFit/>
          </a:bodyPr>
          <a:lstStyle/>
          <a:p>
            <a:pPr algn="l">
              <a:spcAft>
                <a:spcPts val="0"/>
              </a:spcAft>
            </a:pPr>
            <a:r>
              <a:rPr sz="1400" b="0" i="0">
                <a:solidFill>
                  <a:srgbClr val="696376"/>
                </a:solidFill>
                <a:latin typeface="Aptos"/>
              </a:rPr>
              <a:t>The result does not prove the group means are equal.</a:t>
            </a:r>
          </a:p>
        </p:txBody>
      </p:sp>
      <p:sp>
        <p:nvSpPr>
          <p:cNvPr id="32" name="TextBox 31"/>
          <p:cNvSpPr txBox="1"/>
          <p:nvPr/>
        </p:nvSpPr>
        <p:spPr>
          <a:xfrm>
            <a:off x="713232" y="5623560"/>
            <a:ext cx="10515600" cy="274320"/>
          </a:xfrm>
          <a:prstGeom prst="rect">
            <a:avLst/>
          </a:prstGeom>
          <a:noFill/>
        </p:spPr>
        <p:txBody>
          <a:bodyPr wrap="square" lIns="27432" tIns="27432" rIns="27432" bIns="27432" anchor="t">
            <a:spAutoFit/>
          </a:bodyPr>
          <a:lstStyle/>
          <a:p>
            <a:pPr algn="l">
              <a:spcAft>
                <a:spcPts val="0"/>
              </a:spcAft>
            </a:pPr>
            <a:r>
              <a:rPr sz="1200" b="0" i="1">
                <a:solidFill>
                  <a:srgbClr val="696376"/>
                </a:solidFill>
                <a:latin typeface="Aptos"/>
              </a:rPr>
              <a:t>Metric: each customer’s mean of recorded Total_Sales values.</a:t>
            </a:r>
          </a:p>
        </p:txBody>
      </p:sp>
      <p:pic>
        <p:nvPicPr>
          <p:cNvPr id="34" name="Picture 33">
            <a:extLst>
              <a:ext uri="{FF2B5EF4-FFF2-40B4-BE49-F238E27FC236}">
                <a16:creationId xmlns:a16="http://schemas.microsoft.com/office/drawing/2014/main" id="{DE090F3A-BF6B-3770-8174-9585B9F4DDE9}"/>
              </a:ext>
            </a:extLst>
          </p:cNvPr>
          <p:cNvPicPr>
            <a:picLocks noChangeAspect="1"/>
          </p:cNvPicPr>
          <p:nvPr/>
        </p:nvPicPr>
        <p:blipFill>
          <a:blip r:embed="rId3"/>
          <a:stretch>
            <a:fillRect/>
          </a:stretch>
        </p:blipFill>
        <p:spPr>
          <a:xfrm>
            <a:off x="9860089" y="121158"/>
            <a:ext cx="2225421" cy="135788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22294">
        <p159:morph option="byObject"/>
      </p:transition>
    </mc:Choice>
    <mc:Fallback>
      <p:transition spd="slow" advTm="22294">
        <p:fade/>
      </p:transition>
    </mc:Fallback>
  </mc:AlternateContent>
  <p:extLst>
    <p:ext uri="{3A86A75C-4F4B-4683-9AE1-C65F6400EC91}">
      <p14:laserTraceLst xmlns:p14="http://schemas.microsoft.com/office/powerpoint/2010/main">
        <p14:tracePtLst>
          <p14:tracePt t="3274" x="11852275" y="2906713"/>
          <p14:tracePt t="3280" x="11622088" y="2838450"/>
          <p14:tracePt t="3296" x="11333163" y="2770188"/>
          <p14:tracePt t="3298" x="11053763" y="2744788"/>
          <p14:tracePt t="3313" x="10306050" y="2693988"/>
          <p14:tracePt t="3331" x="9286875" y="2711450"/>
          <p14:tracePt t="3346" x="8597900" y="2762250"/>
          <p14:tracePt t="3363" x="8062913" y="2787650"/>
          <p14:tracePt t="3380" x="7502525" y="2838450"/>
          <p14:tracePt t="3381" x="7069138" y="2838450"/>
          <p14:tracePt t="3396" x="6491288" y="2855913"/>
          <p14:tracePt t="3415" x="5726113" y="2846388"/>
          <p14:tracePt t="3429" x="5249863" y="2820988"/>
          <p14:tracePt t="3446" x="4876800" y="2778125"/>
          <p14:tracePt t="3466" x="4443413" y="2762250"/>
          <p14:tracePt t="3479" x="4129088" y="2736850"/>
          <p14:tracePt t="3498" x="3916363" y="2719388"/>
          <p14:tracePt t="3500" x="3832225" y="2719388"/>
          <p14:tracePt t="3514" x="3568700" y="2736850"/>
          <p14:tracePt t="3529" x="3270250" y="2795588"/>
          <p14:tracePt t="3546" x="2998788" y="2881313"/>
          <p14:tracePt t="3548" x="2820988" y="2949575"/>
          <p14:tracePt t="3563" x="2497138" y="3059113"/>
          <p14:tracePt t="3580" x="2174875" y="3119438"/>
          <p14:tracePt t="3598" x="1758950" y="3228975"/>
          <p14:tracePt t="3613" x="1579563" y="3246438"/>
          <p14:tracePt t="3615" x="1435100" y="3289300"/>
          <p14:tracePt t="3630" x="1198563" y="3330575"/>
          <p14:tracePt t="3632" x="1147763" y="3348038"/>
          <p14:tracePt t="3647" x="993775" y="3365500"/>
          <p14:tracePt t="3663" x="866775" y="3365500"/>
          <p14:tracePt t="3681" x="688975" y="3355975"/>
          <p14:tracePt t="3696" x="636588" y="3348038"/>
          <p14:tracePt t="3714" x="611188" y="3330575"/>
          <p14:tracePt t="3716" x="603250" y="3330575"/>
          <p14:tracePt t="3738" x="585788" y="3330575"/>
          <p14:tracePt t="3976" x="1028700" y="3289300"/>
          <p14:tracePt t="3983" x="1401763" y="3228975"/>
          <p14:tracePt t="3995" x="1911350" y="3135313"/>
          <p14:tracePt t="4012" x="2719388" y="3016250"/>
          <p14:tracePt t="4028" x="2889250" y="2974975"/>
          <p14:tracePt t="4045" x="3024188" y="2957513"/>
          <p14:tracePt t="4062" x="3059113" y="2949575"/>
          <p14:tracePt t="4079" x="3084513" y="2949575"/>
          <p14:tracePt t="4187" x="3074988" y="2949575"/>
          <p14:tracePt t="4206" x="3067050" y="2949575"/>
          <p14:tracePt t="4230" x="3059113" y="2949575"/>
          <p14:tracePt t="4235" x="3041650" y="2949575"/>
          <p14:tracePt t="4249" x="3033713" y="2949575"/>
          <p14:tracePt t="4263" x="3016250" y="2949575"/>
          <p14:tracePt t="4263" x="3008313" y="2949575"/>
          <p14:tracePt t="4278" x="2990850" y="2932113"/>
          <p14:tracePt t="4279" x="2965450" y="2932113"/>
          <p14:tracePt t="4295" x="2897188" y="2922588"/>
          <p14:tracePt t="4312" x="2838450" y="2906713"/>
          <p14:tracePt t="4328" x="2719388" y="2871788"/>
          <p14:tracePt t="4346" x="2641600" y="2871788"/>
          <p14:tracePt t="4348" x="2600325" y="2855913"/>
          <p14:tracePt t="4363" x="2524125" y="2855913"/>
          <p14:tracePt t="4379" x="2471738" y="2855913"/>
          <p14:tracePt t="4395" x="2430463" y="2846388"/>
          <p14:tracePt t="4412" x="2395538" y="2830513"/>
          <p14:tracePt t="4428" x="2352675" y="2830513"/>
          <p14:tracePt t="4447" x="2336800" y="2820988"/>
          <p14:tracePt t="4463" x="2293938" y="2813050"/>
          <p14:tracePt t="4479" x="2268538" y="2813050"/>
          <p14:tracePt t="4497" x="2235200" y="2795588"/>
          <p14:tracePt t="4513" x="2217738" y="2787650"/>
          <p14:tracePt t="4515" x="2208213" y="2787650"/>
          <p14:tracePt t="4530" x="2166938" y="2770188"/>
          <p14:tracePt t="4547" x="2157413" y="2770188"/>
          <p14:tracePt t="4561" x="2149475" y="2762250"/>
          <p14:tracePt t="4580" x="2124075" y="2762250"/>
          <p14:tracePt t="4582" x="2106613" y="2762250"/>
          <p14:tracePt t="4596" x="2081213" y="2762250"/>
          <p14:tracePt t="4612" x="2073275" y="2762250"/>
          <p14:tracePt t="4614" x="2065338" y="2762250"/>
          <p14:tracePt t="4630" x="2038350" y="2762250"/>
          <p14:tracePt t="4645" x="2022475" y="2762250"/>
          <p14:tracePt t="4662" x="1997075" y="2762250"/>
          <p14:tracePt t="4679" x="1962150" y="2762250"/>
          <p14:tracePt t="4695" x="1946275" y="2762250"/>
          <p14:tracePt t="4713" x="1928813" y="2762250"/>
          <p14:tracePt t="4728" x="1911350" y="2762250"/>
          <p14:tracePt t="4747" x="1903413" y="2762250"/>
          <p14:tracePt t="4762" x="1885950" y="2762250"/>
          <p14:tracePt t="4778" x="1860550" y="2762250"/>
          <p14:tracePt t="4795" x="1852613" y="2762250"/>
          <p14:tracePt t="4811" x="1843088" y="2762250"/>
          <p14:tracePt t="4828" x="1827213" y="2762250"/>
          <p14:tracePt t="4860" x="1817688" y="2762250"/>
          <p14:tracePt t="4873" x="1801813" y="2762250"/>
          <p14:tracePt t="4897" x="1792288" y="2762250"/>
          <p14:tracePt t="4930" x="1784350" y="2762250"/>
          <p14:tracePt t="5008" x="1784350" y="2778125"/>
          <p14:tracePt t="5049" x="1792288" y="2787650"/>
          <p14:tracePt t="5063" x="1809750" y="2787650"/>
          <p14:tracePt t="5071" x="1817688" y="2787650"/>
          <p14:tracePt t="5084" x="1835150" y="2787650"/>
          <p14:tracePt t="5095" x="1843088" y="2787650"/>
          <p14:tracePt t="5113" x="1852613" y="2787650"/>
          <p14:tracePt t="5129" x="1868488" y="2787650"/>
          <p14:tracePt t="5144" x="1878013" y="2787650"/>
          <p14:tracePt t="5163" x="1903413" y="2787650"/>
          <p14:tracePt t="5179" x="1920875" y="2787650"/>
          <p14:tracePt t="5196" x="1928813" y="2787650"/>
          <p14:tracePt t="5199" x="1936750" y="2787650"/>
          <p14:tracePt t="5212" x="1954213" y="2787650"/>
          <p14:tracePt t="5239" x="1962150" y="2787650"/>
          <p14:tracePt t="5266" x="1979613" y="2787650"/>
          <p14:tracePt t="5288" x="1987550" y="2787650"/>
          <p14:tracePt t="5315" x="2005013" y="2787650"/>
          <p14:tracePt t="5337" x="2012950" y="2787650"/>
          <p14:tracePt t="5364" x="2022475" y="2787650"/>
          <p14:tracePt t="5386" x="2038350" y="2787650"/>
          <p14:tracePt t="5413" x="2047875" y="2787650"/>
          <p14:tracePt t="5428" x="2047875" y="2805113"/>
          <p14:tracePt t="5443" x="2047875" y="2813050"/>
          <p14:tracePt t="5448" x="2065338" y="2813050"/>
          <p14:tracePt t="5462" x="2073275" y="2813050"/>
          <p14:tracePt t="5463" x="2081213" y="2813050"/>
          <p14:tracePt t="5478" x="2116138" y="2820988"/>
          <p14:tracePt t="5479" x="2124075" y="2820988"/>
          <p14:tracePt t="5495" x="2174875" y="2820988"/>
          <p14:tracePt t="5511" x="2235200" y="2838450"/>
          <p14:tracePt t="5527" x="2352675" y="2855913"/>
          <p14:tracePt t="5544" x="2463800" y="2871788"/>
          <p14:tracePt t="5561" x="2651125" y="2871788"/>
          <p14:tracePt t="5578" x="2786063" y="2889250"/>
          <p14:tracePt t="5595" x="3024188" y="2922588"/>
          <p14:tracePt t="5597" x="3135313" y="2922588"/>
          <p14:tracePt t="5611" x="3381375" y="2965450"/>
          <p14:tracePt t="5627" x="3576638" y="2965450"/>
          <p14:tracePt t="5646" x="3848100" y="3000375"/>
          <p14:tracePt t="5661" x="3967163" y="3016250"/>
          <p14:tracePt t="5678" x="4027488" y="3016250"/>
          <p14:tracePt t="5680" x="4052888" y="3016250"/>
          <p14:tracePt t="5695" x="4095750" y="3025775"/>
          <p14:tracePt t="5710" x="4121150" y="3041650"/>
          <p14:tracePt t="5728" x="4146550" y="3041650"/>
          <p14:tracePt t="5730" x="4154488" y="3041650"/>
          <p14:tracePt t="5744" x="4171950" y="3041650"/>
          <p14:tracePt t="5760" x="4197350" y="3041650"/>
          <p14:tracePt t="5779" x="4214813" y="3041650"/>
          <p14:tracePt t="5794" x="4256088" y="3041650"/>
          <p14:tracePt t="5810" x="4291013" y="3041650"/>
          <p14:tracePt t="5828" x="4359275" y="3041650"/>
          <p14:tracePt t="5845" x="4418013" y="3025775"/>
          <p14:tracePt t="5860" x="4451350" y="3008313"/>
          <p14:tracePt t="5877" x="4503738" y="3008313"/>
          <p14:tracePt t="5893" x="4545013" y="3000375"/>
          <p14:tracePt t="5912" x="4595813" y="2990850"/>
          <p14:tracePt t="5927" x="4621213" y="2990850"/>
          <p14:tracePt t="5944" x="4630738" y="2990850"/>
          <p14:tracePt t="5962" x="4673600" y="2990850"/>
          <p14:tracePt t="5978" x="4689475" y="2974975"/>
          <p14:tracePt t="5996" x="4706938" y="2974975"/>
          <p14:tracePt t="6010" x="4714875" y="2965450"/>
          <p14:tracePt t="6028" x="4732338" y="2965450"/>
          <p14:tracePt t="6045" x="4740275" y="2949575"/>
          <p14:tracePt t="6046" x="4749800" y="2949575"/>
          <p14:tracePt t="6059" x="4765675" y="2940050"/>
          <p14:tracePt t="6076" x="4775200" y="2940050"/>
          <p14:tracePt t="6094" x="4826000" y="2906713"/>
          <p14:tracePt t="6110" x="4868863" y="2881313"/>
          <p14:tracePt t="6128" x="4902200" y="2855913"/>
          <p14:tracePt t="6144" x="4927600" y="2855913"/>
          <p14:tracePt t="6160" x="4945063" y="2838450"/>
          <p14:tracePt t="6179" x="4962525" y="2830513"/>
          <p14:tracePt t="6193" x="4978400" y="2830513"/>
          <p14:tracePt t="6211" x="5003800" y="2813050"/>
          <p14:tracePt t="6214" x="4995863" y="2813050"/>
          <p14:tracePt t="6228" x="5003800" y="2813050"/>
          <p14:tracePt t="6243" x="5013325" y="2805113"/>
          <p14:tracePt t="6278" x="5029200" y="2805113"/>
          <p14:tracePt t="6283" x="5038725" y="2805113"/>
          <p14:tracePt t="6438" x="5038725" y="2795588"/>
          <p14:tracePt t="7048" x="5132388" y="2795588"/>
          <p14:tracePt t="7055" x="5360988" y="2795588"/>
          <p14:tracePt t="7061" x="5472113" y="2795588"/>
          <p14:tracePt t="7076" x="5616575" y="2795588"/>
          <p14:tracePt t="7076" x="5726113" y="2795588"/>
          <p14:tracePt t="7093" x="5930900" y="2795588"/>
          <p14:tracePt t="7111" x="6091238" y="2795588"/>
          <p14:tracePt t="7127" x="6134100" y="2795588"/>
          <p14:tracePt t="7128" x="6142038" y="2795588"/>
          <p14:tracePt t="7143" x="6210300" y="2795588"/>
          <p14:tracePt t="7161" x="6278563" y="2795588"/>
          <p14:tracePt t="7176" x="6303963" y="2795588"/>
          <p14:tracePt t="7194" x="6329363" y="2795588"/>
          <p14:tracePt t="7196" x="6338888" y="2795588"/>
          <p14:tracePt t="7209" x="6354763" y="2795588"/>
          <p14:tracePt t="7210" x="6364288" y="2795588"/>
          <p14:tracePt t="7226" x="6397625" y="2795588"/>
          <p14:tracePt t="7245" x="6465888" y="2795588"/>
          <p14:tracePt t="7260" x="6534150" y="2795588"/>
          <p14:tracePt t="7277" x="6559550" y="2795588"/>
          <p14:tracePt t="7279" x="6584950" y="2795588"/>
          <p14:tracePt t="7295" x="6626225" y="2795588"/>
          <p14:tracePt t="7310" x="6653213" y="2795588"/>
          <p14:tracePt t="7326" x="6686550" y="2795588"/>
          <p14:tracePt t="7343" x="6711950" y="2795588"/>
          <p14:tracePt t="7359" x="6754813" y="2795588"/>
          <p14:tracePt t="7378" x="6780213" y="2795588"/>
          <p14:tracePt t="7393" x="6788150" y="2795588"/>
          <p14:tracePt t="7410" x="6813550" y="2795588"/>
          <p14:tracePt t="7427" x="6838950" y="2795588"/>
          <p14:tracePt t="7443" x="6848475" y="2795588"/>
          <p14:tracePt t="7469" x="6864350" y="2795588"/>
          <p14:tracePt t="7504" x="6873875" y="2795588"/>
          <p14:tracePt t="7526" x="6889750" y="2795588"/>
          <p14:tracePt t="7552" x="6899275" y="2795588"/>
          <p14:tracePt t="7581" x="6907213" y="2795588"/>
          <p14:tracePt t="7595" x="6924675" y="2795588"/>
          <p14:tracePt t="7624" x="6932613" y="2795588"/>
          <p14:tracePt t="7651" x="6950075" y="2795588"/>
          <p14:tracePt t="7673" x="6958013" y="2795588"/>
          <p14:tracePt t="7715" x="6975475" y="2795588"/>
          <p14:tracePt t="8914" x="7781925" y="2762250"/>
          <p14:tracePt t="8923" x="7900988" y="2762250"/>
          <p14:tracePt t="8940" x="8054975" y="2744788"/>
          <p14:tracePt t="8941" x="8113713" y="2744788"/>
          <p14:tracePt t="8957" x="8164513" y="2744788"/>
          <p14:tracePt t="8958" x="8224838" y="2744788"/>
          <p14:tracePt t="8975" x="8318500" y="2744788"/>
          <p14:tracePt t="8991" x="8428038" y="2744788"/>
          <p14:tracePt t="9007" x="8597900" y="2744788"/>
          <p14:tracePt t="9025" x="8691563" y="2744788"/>
          <p14:tracePt t="9043" x="8767763" y="2744788"/>
          <p14:tracePt t="9059" x="8785225" y="2744788"/>
          <p14:tracePt t="9074" x="8810625" y="2744788"/>
          <p14:tracePt t="9091" x="8843963" y="2744788"/>
          <p14:tracePt t="9108" x="8869363" y="2744788"/>
          <p14:tracePt t="9125" x="8921750" y="2744788"/>
          <p14:tracePt t="9141" x="8972550" y="2744788"/>
          <p14:tracePt t="9159" x="9013825" y="2744788"/>
          <p14:tracePt t="9162" x="9039225" y="2744788"/>
          <p14:tracePt t="9176" x="9074150" y="2744788"/>
          <p14:tracePt t="9191" x="9117013" y="2744788"/>
          <p14:tracePt t="9207" x="9142413" y="2744788"/>
          <p14:tracePt t="9209" x="9150350" y="2744788"/>
          <p14:tracePt t="9224" x="9175750" y="2744788"/>
          <p14:tracePt t="9241" x="9201150" y="2744788"/>
          <p14:tracePt t="9258" x="9226550" y="2744788"/>
          <p14:tracePt t="9274" x="9251950" y="2744788"/>
          <p14:tracePt t="9292" x="9261475" y="2744788"/>
          <p14:tracePt t="9294" x="9269413" y="2744788"/>
          <p14:tracePt t="9308" x="9286875" y="2744788"/>
          <p14:tracePt t="9325" x="9312275" y="2744788"/>
          <p14:tracePt t="9341" x="9320213" y="2744788"/>
          <p14:tracePt t="9358" x="9337675" y="2744788"/>
          <p14:tracePt t="9359" x="9345613" y="2744788"/>
          <p14:tracePt t="9374" x="9363075" y="2744788"/>
          <p14:tracePt t="9392" x="9371013" y="2744788"/>
          <p14:tracePt t="9412" x="9380538" y="2744788"/>
          <p14:tracePt t="9448" x="9396413" y="2744788"/>
          <p14:tracePt t="9469" x="9405938" y="2744788"/>
          <p14:tracePt t="9489" x="9421813" y="2744788"/>
          <p14:tracePt t="9496" x="9413875" y="2744788"/>
          <p14:tracePt t="9507" x="9421813" y="2744788"/>
          <p14:tracePt t="9532" x="9431338" y="2744788"/>
          <p14:tracePt t="9546" x="9447213" y="2744788"/>
          <p14:tracePt t="9631" x="9439275" y="2744788"/>
          <p14:tracePt t="10600" x="9124950" y="2795588"/>
          <p14:tracePt t="10604" x="8716963" y="2914650"/>
          <p14:tracePt t="10612" x="8266113" y="3008313"/>
          <p14:tracePt t="10623" x="7408863" y="3238500"/>
          <p14:tracePt t="10625" x="6788150" y="3382963"/>
          <p14:tracePt t="10640" x="5956300" y="3527425"/>
          <p14:tracePt t="10657" x="4714875" y="3806825"/>
          <p14:tracePt t="10673" x="3457575" y="4121150"/>
          <p14:tracePt t="10675" x="2889250" y="4249738"/>
          <p14:tracePt t="10690" x="1878013" y="4435475"/>
          <p14:tracePt t="10707" x="1477963" y="4503738"/>
          <p14:tracePt t="10724" x="755650" y="4622800"/>
          <p14:tracePt t="10740" x="407988" y="4665663"/>
          <p14:tracePt t="10757" x="33338" y="4708525"/>
          <p14:tracePt t="11107" x="203200" y="4614863"/>
          <p14:tracePt t="11122" x="288925" y="4614863"/>
          <p14:tracePt t="11138" x="373063" y="4605338"/>
          <p14:tracePt t="11156" x="458788" y="4605338"/>
          <p14:tracePt t="11174" x="620713" y="4589463"/>
          <p14:tracePt t="11189" x="730250" y="4589463"/>
          <p14:tracePt t="11206" x="900113" y="4572000"/>
          <p14:tracePt t="11223" x="1036638" y="4554538"/>
          <p14:tracePt t="11226" x="1120775" y="4538663"/>
          <p14:tracePt t="11239" x="1214438" y="4538663"/>
          <p14:tracePt t="11257" x="1265238" y="4538663"/>
          <p14:tracePt t="11272" x="1290638" y="4538663"/>
          <p14:tracePt t="11290" x="1300163" y="4538663"/>
          <p14:tracePt t="11292" x="1317625" y="4538663"/>
          <p14:tracePt t="11314" x="1343025" y="4538663"/>
          <p14:tracePt t="11341" x="1350963" y="4521200"/>
          <p14:tracePt t="11348" x="1350963" y="4529138"/>
          <p14:tracePt t="11356" x="1350963" y="4521200"/>
          <p14:tracePt t="11372" x="1368425" y="4521200"/>
          <p14:tracePt t="11390" x="1368425" y="4513263"/>
          <p14:tracePt t="11393" x="1376363" y="4513263"/>
          <p14:tracePt t="11411" x="1376363" y="4495800"/>
          <p14:tracePt t="11423" x="1384300" y="4495800"/>
          <p14:tracePt t="11440" x="1384300" y="4486275"/>
          <p14:tracePt t="11455" x="1401763" y="4478338"/>
          <p14:tracePt t="11472" x="1409700" y="4478338"/>
          <p14:tracePt t="11489" x="1409700" y="4460875"/>
          <p14:tracePt t="11517" x="1409700" y="4452938"/>
          <p14:tracePt t="11531" x="1409700" y="4435475"/>
          <p14:tracePt t="11572" x="1409700" y="4427538"/>
          <p14:tracePt t="11588" x="1409700" y="4410075"/>
          <p14:tracePt t="11615" x="1393825" y="4402138"/>
          <p14:tracePt t="11622" x="1401763" y="4402138"/>
          <p14:tracePt t="11628" x="1393825" y="4402138"/>
          <p14:tracePt t="11638" x="1393825" y="4394200"/>
          <p14:tracePt t="11655" x="1384300" y="4376738"/>
          <p14:tracePt t="11678" x="1376363" y="4368800"/>
          <p14:tracePt t="11691" x="1358900" y="4368800"/>
          <p14:tracePt t="11713" x="1350963" y="4351338"/>
          <p14:tracePt t="11727" x="1350963" y="4341813"/>
          <p14:tracePt t="11826" x="1368425" y="4341813"/>
          <p14:tracePt t="11854" x="1376363" y="4341813"/>
          <p14:tracePt t="11874" x="1384300" y="4341813"/>
          <p14:tracePt t="11910" x="1401763" y="4341813"/>
          <p14:tracePt t="11923" x="1409700" y="4341813"/>
          <p14:tracePt t="11965" x="1427163" y="4341813"/>
          <p14:tracePt t="12056" x="1419225" y="4341813"/>
          <p14:tracePt t="12091" x="1409700" y="4341813"/>
          <p14:tracePt t="12099" x="1393825" y="4341813"/>
          <p14:tracePt t="12121" x="1384300" y="4341813"/>
          <p14:tracePt t="12126" x="1376363" y="4341813"/>
          <p14:tracePt t="12148" x="1358900" y="4341813"/>
          <p14:tracePt t="12169" x="1350963" y="4341813"/>
          <p14:tracePt t="12197" x="1333500" y="4341813"/>
          <p14:tracePt t="12219" x="1325563" y="4341813"/>
          <p14:tracePt t="12296" x="1343025" y="4341813"/>
          <p14:tracePt t="12322" x="1343025" y="4359275"/>
          <p14:tracePt t="12339" x="1350963" y="4359275"/>
          <p14:tracePt t="12357" x="1376363" y="4368800"/>
          <p14:tracePt t="12373" x="1393825" y="4384675"/>
          <p14:tracePt t="12387" x="1401763" y="4384675"/>
          <p14:tracePt t="12406" x="1419225" y="4384675"/>
          <p14:tracePt t="12435" x="1419225" y="4394200"/>
          <p14:tracePt t="12441" x="1427163" y="4394200"/>
          <p14:tracePt t="12737" x="1452563" y="4394200"/>
          <p14:tracePt t="12756" x="1487488" y="4394200"/>
          <p14:tracePt t="12770" x="1528763" y="4394200"/>
          <p14:tracePt t="12787" x="1597025" y="4394200"/>
          <p14:tracePt t="12804" x="1631950" y="4394200"/>
          <p14:tracePt t="12822" x="1766888" y="4394200"/>
          <p14:tracePt t="12837" x="1878013" y="4394200"/>
          <p14:tracePt t="12854" x="2047875" y="4394200"/>
          <p14:tracePt t="12871" x="2200275" y="4394200"/>
          <p14:tracePt t="12872" x="2260600" y="4394200"/>
          <p14:tracePt t="12887" x="2387600" y="4394200"/>
          <p14:tracePt t="12906" x="2506663" y="4394200"/>
          <p14:tracePt t="12921" x="2549525" y="4394200"/>
          <p14:tracePt t="12938" x="2582863" y="4394200"/>
          <p14:tracePt t="12955" x="2608263" y="4394200"/>
          <p14:tracePt t="12970" x="2616200" y="4410075"/>
          <p14:tracePt t="12988" x="2633663" y="4410075"/>
          <p14:tracePt t="12990" x="2641600" y="4410075"/>
          <p14:tracePt t="13011" x="2659063" y="4410075"/>
          <p14:tracePt t="13023" x="2668588" y="4410075"/>
          <p14:tracePt t="13053" x="2676525" y="4410075"/>
          <p14:tracePt t="13080" x="2693988" y="4410075"/>
          <p14:tracePt t="13094" x="2701925" y="4410075"/>
          <p14:tracePt t="13108" x="2719388" y="4410075"/>
          <p14:tracePt t="13122" x="2744788" y="4410075"/>
          <p14:tracePt t="13138" x="2752725" y="4410075"/>
          <p14:tracePt t="13143" x="2778125" y="4410075"/>
          <p14:tracePt t="13154" x="2795588" y="4410075"/>
          <p14:tracePt t="13171" x="2828925" y="4410075"/>
          <p14:tracePt t="13187" x="2879725" y="4410075"/>
          <p14:tracePt t="13205" x="2889250" y="4410075"/>
          <p14:tracePt t="13221" x="2955925" y="4402138"/>
          <p14:tracePt t="13237" x="2990850" y="4402138"/>
          <p14:tracePt t="13255" x="3084513" y="4402138"/>
          <p14:tracePt t="13256" x="3117850" y="4384675"/>
          <p14:tracePt t="13270" x="3160713" y="4376738"/>
          <p14:tracePt t="13272" x="3211513" y="4376738"/>
          <p14:tracePt t="13287" x="3279775" y="4359275"/>
          <p14:tracePt t="13290" x="3330575" y="4359275"/>
          <p14:tracePt t="13305" x="3373438" y="4341813"/>
          <p14:tracePt t="13307" x="3424238" y="4341813"/>
          <p14:tracePt t="13320" x="3492500" y="4325938"/>
          <p14:tracePt t="13336" x="3551238" y="4325938"/>
          <p14:tracePt t="13355" x="3662363" y="4316413"/>
          <p14:tracePt t="13371" x="3738563" y="4300538"/>
          <p14:tracePt t="13387" x="3797300" y="4300538"/>
          <p14:tracePt t="13404" x="3832225" y="4283075"/>
          <p14:tracePt t="13406" x="3857625" y="4283075"/>
          <p14:tracePt t="13420" x="3883025" y="4283075"/>
          <p14:tracePt t="13438" x="3951288" y="4283075"/>
          <p14:tracePt t="13454" x="3967163" y="4283075"/>
          <p14:tracePt t="13471" x="4027488" y="4283075"/>
          <p14:tracePt t="13473" x="4052888" y="4283075"/>
          <p14:tracePt t="13487" x="4095750" y="4275138"/>
          <p14:tracePt t="13504" x="4162425" y="4275138"/>
          <p14:tracePt t="13523" x="4240213" y="4275138"/>
          <p14:tracePt t="13537" x="4281488" y="4275138"/>
          <p14:tracePt t="13554" x="4316413" y="4275138"/>
          <p14:tracePt t="13571" x="4384675" y="4275138"/>
          <p14:tracePt t="13587" x="4443413" y="4275138"/>
          <p14:tracePt t="13604" x="4494213" y="4275138"/>
          <p14:tracePt t="13606" x="4511675" y="4275138"/>
          <p14:tracePt t="13622" x="4537075" y="4275138"/>
          <p14:tracePt t="13637" x="4562475" y="4275138"/>
          <p14:tracePt t="13655" x="4613275" y="4291013"/>
          <p14:tracePt t="13671" x="4630738" y="4291013"/>
          <p14:tracePt t="13686" x="4656138" y="4300538"/>
          <p14:tracePt t="13705" x="4699000" y="4300538"/>
          <p14:tracePt t="13719" x="4732338" y="4308475"/>
          <p14:tracePt t="13737" x="4791075" y="4316413"/>
          <p14:tracePt t="13753" x="4859338" y="4333875"/>
          <p14:tracePt t="13770" x="4962525" y="4341813"/>
          <p14:tracePt t="13788" x="5029200" y="4359275"/>
          <p14:tracePt t="13804" x="5132388" y="4376738"/>
          <p14:tracePt t="13820" x="5208588" y="4394200"/>
          <p14:tracePt t="13838" x="5276850" y="4394200"/>
          <p14:tracePt t="13853" x="5327650" y="4394200"/>
          <p14:tracePt t="13871" x="5378450" y="4402138"/>
          <p14:tracePt t="13873" x="5386388" y="4402138"/>
          <p14:tracePt t="13887" x="5421313" y="4402138"/>
          <p14:tracePt t="13903" x="5462588" y="4402138"/>
          <p14:tracePt t="13922" x="5548313" y="4419600"/>
          <p14:tracePt t="13935" x="5556250" y="4419600"/>
          <p14:tracePt t="13953" x="5591175" y="4419600"/>
          <p14:tracePt t="13972" x="5632450" y="4419600"/>
          <p14:tracePt t="13986" x="5657850" y="4419600"/>
          <p14:tracePt t="14004" x="5692775" y="4419600"/>
          <p14:tracePt t="14022" x="5718175" y="4419600"/>
          <p14:tracePt t="14036" x="5743575" y="4419600"/>
          <p14:tracePt t="14054" x="5751513" y="4419600"/>
          <p14:tracePt t="14056" x="5768975" y="4419600"/>
          <p14:tracePt t="14071" x="5794375" y="4419600"/>
          <p14:tracePt t="14086" x="5802313" y="4435475"/>
          <p14:tracePt t="14104" x="5827713" y="4435475"/>
          <p14:tracePt t="14106" x="5845175" y="4445000"/>
          <p14:tracePt t="14119" x="5862638" y="4445000"/>
          <p14:tracePt t="14138" x="5888038" y="4452938"/>
          <p14:tracePt t="14140" x="5905500" y="4452938"/>
          <p14:tracePt t="14154" x="5938838" y="4452938"/>
          <p14:tracePt t="14170" x="5964238" y="4452938"/>
          <p14:tracePt t="14187" x="5989638" y="4470400"/>
          <p14:tracePt t="14202" x="6007100" y="4470400"/>
          <p14:tracePt t="14220" x="6032500" y="4470400"/>
          <p14:tracePt t="14238" x="6065838" y="4478338"/>
          <p14:tracePt t="14253" x="6075363" y="4478338"/>
          <p14:tracePt t="14270" x="6091238" y="4478338"/>
          <p14:tracePt t="14273" x="6100763" y="4478338"/>
          <p14:tracePt t="14287" x="6116638" y="4478338"/>
          <p14:tracePt t="14308" x="6126163" y="4478338"/>
          <p14:tracePt t="14337" x="6134100" y="4478338"/>
          <p14:tracePt t="17318" x="6151563" y="4478338"/>
          <p14:tracePt t="17334" x="6159500" y="4478338"/>
          <p14:tracePt t="17348" x="6176963" y="4478338"/>
          <p14:tracePt t="17365" x="6184900" y="4478338"/>
          <p14:tracePt t="17382" x="6202363" y="4478338"/>
          <p14:tracePt t="17399" x="6210300" y="4478338"/>
          <p14:tracePt t="17416" x="6245225" y="4478338"/>
          <p14:tracePt t="17434" x="6261100" y="4478338"/>
          <p14:tracePt t="17436" x="6270625" y="4478338"/>
          <p14:tracePt t="17451" x="6296025" y="4478338"/>
          <p14:tracePt t="17466" x="6321425" y="4495800"/>
          <p14:tracePt t="17486" x="6354763" y="4495800"/>
          <p14:tracePt t="17501" x="6364288" y="4503738"/>
          <p14:tracePt t="17516" x="6389688" y="4503738"/>
          <p14:tracePt t="17534" x="6415088" y="4503738"/>
          <p14:tracePt t="17555" x="6430963" y="4503738"/>
          <p14:tracePt t="17568" x="6440488" y="4503738"/>
          <p14:tracePt t="17584" x="6448425" y="4503738"/>
          <p14:tracePt t="17599" x="6465888" y="4503738"/>
          <p14:tracePt t="17617" x="6473825" y="4503738"/>
          <p14:tracePt t="17633" x="6499225" y="4503738"/>
          <p14:tracePt t="17651" x="6508750" y="4503738"/>
          <p14:tracePt t="17653" x="6524625" y="4503738"/>
          <p14:tracePt t="17675" x="6534150" y="4503738"/>
          <p14:tracePt t="17688" x="6550025" y="4503738"/>
          <p14:tracePt t="17700" x="6559550" y="4503738"/>
          <p14:tracePt t="17702" x="6575425" y="4503738"/>
          <p14:tracePt t="17717" x="6584950" y="4503738"/>
          <p14:tracePt t="17733" x="6592888" y="4503738"/>
          <p14:tracePt t="17751" x="6643688" y="4503738"/>
          <p14:tracePt t="17767" x="6686550" y="4503738"/>
          <p14:tracePt t="17783" x="6737350" y="4495800"/>
          <p14:tracePt t="17801" x="6813550" y="4495800"/>
          <p14:tracePt t="17803" x="6838950" y="4486275"/>
          <p14:tracePt t="17816" x="6932613" y="4486275"/>
          <p14:tracePt t="17833" x="6983413" y="4486275"/>
          <p14:tracePt t="17851" x="7102475" y="4486275"/>
          <p14:tracePt t="17867" x="7145338" y="4486275"/>
          <p14:tracePt t="17885" x="7196138" y="4470400"/>
          <p14:tracePt t="17900" x="7204075" y="4478338"/>
          <p14:tracePt t="17901" x="7246938" y="4470400"/>
          <p14:tracePt t="17917" x="7297738" y="4452938"/>
          <p14:tracePt t="17934" x="7400925" y="4452938"/>
          <p14:tracePt t="17950" x="7477125" y="4427538"/>
          <p14:tracePt t="17967" x="7570788" y="4410075"/>
          <p14:tracePt t="17970" x="7612063" y="4410075"/>
          <p14:tracePt t="17984" x="7705725" y="4376738"/>
          <p14:tracePt t="17999" x="7850188" y="4359275"/>
          <p14:tracePt t="18016" x="7943850" y="4325938"/>
          <p14:tracePt t="18017" x="7986713" y="4308475"/>
          <p14:tracePt t="18032" x="8096250" y="4283075"/>
          <p14:tracePt t="18049" x="8189913" y="4249738"/>
          <p14:tracePt t="18068" x="8470900" y="4197350"/>
          <p14:tracePt t="18083" x="8623300" y="4164013"/>
          <p14:tracePt t="18099" x="8734425" y="4130675"/>
          <p14:tracePt t="18117" x="8904288" y="4095750"/>
          <p14:tracePt t="18133" x="8980488" y="4079875"/>
          <p14:tracePt t="18150" x="9048750" y="4062413"/>
          <p14:tracePt t="18152" x="9082088" y="4052888"/>
          <p14:tracePt t="18166" x="9107488" y="4052888"/>
          <p14:tracePt t="18167" x="9175750" y="4052888"/>
          <p14:tracePt t="18182" x="9226550" y="4019550"/>
          <p14:tracePt t="18200" x="9302750" y="4011613"/>
          <p14:tracePt t="18202" x="9353550" y="3994150"/>
          <p14:tracePt t="18215" x="9421813" y="3976688"/>
          <p14:tracePt t="18234" x="9515475" y="3960813"/>
          <p14:tracePt t="18235" x="9566275" y="3960813"/>
          <p14:tracePt t="18251" x="9659938" y="3925888"/>
          <p14:tracePt t="18265" x="9745663" y="3925888"/>
          <p14:tracePt t="18284" x="9829800" y="3883025"/>
          <p14:tracePt t="18298" x="9864725" y="3883025"/>
          <p14:tracePt t="18316" x="9948863" y="3875088"/>
          <p14:tracePt t="18334" x="10034588" y="3841750"/>
          <p14:tracePt t="18349" x="10085388" y="3832225"/>
          <p14:tracePt t="18366" x="10161588" y="3816350"/>
          <p14:tracePt t="18369" x="10204450" y="3816350"/>
          <p14:tracePt t="18382" x="10220325" y="3798888"/>
          <p14:tracePt t="18400" x="10331450" y="3798888"/>
          <p14:tracePt t="18417" x="10390188" y="3790950"/>
          <p14:tracePt t="18432" x="10399713" y="3790950"/>
          <p14:tracePt t="18434" x="10407650" y="3790950"/>
          <p14:tracePt t="18449" x="10433050" y="3790950"/>
          <p14:tracePt t="18466" x="10450513" y="3790950"/>
          <p14:tracePt t="18468" x="10458450" y="3790950"/>
          <p14:tracePt t="19182" x="10475913" y="3790950"/>
          <p14:tracePt t="19188" x="10483850" y="3790950"/>
          <p14:tracePt t="19198" x="10493375" y="3790950"/>
          <p14:tracePt t="19215" x="10534650" y="3790950"/>
          <p14:tracePt t="19233" x="10560050" y="3790950"/>
          <p14:tracePt t="19248" x="10594975" y="3790950"/>
          <p14:tracePt t="19266" x="10628313" y="3790950"/>
          <p14:tracePt t="19283" x="10645775" y="3790950"/>
          <p14:tracePt t="19298" x="10671175" y="3790950"/>
          <p14:tracePt t="19315" x="10688638" y="3790950"/>
          <p14:tracePt t="19331" x="10704513" y="3790950"/>
          <p14:tracePt t="19349" x="10714038" y="3790950"/>
          <p14:tracePt t="19352" x="10729913" y="3790950"/>
          <p14:tracePt t="19366" x="10739438" y="3790950"/>
          <p14:tracePt t="19393" x="10756900" y="3790950"/>
          <p14:tracePt t="19414" x="10764838" y="3790950"/>
          <p14:tracePt t="19434" x="10772775" y="3790950"/>
          <p14:tracePt t="19455" x="10790238" y="3790950"/>
          <p14:tracePt t="19484" x="10798175" y="3790950"/>
          <p14:tracePt t="19526" x="10815638" y="3790950"/>
          <p14:tracePt t="19548" x="10823575" y="3790950"/>
          <p14:tracePt t="19575" x="10841038" y="3790950"/>
          <p14:tracePt t="19589" x="10848975" y="3790950"/>
          <p14:tracePt t="19632" x="10858500" y="3790950"/>
          <p14:tracePt t="19659" x="10874375" y="3790950"/>
          <p14:tracePt t="19687" x="10883900" y="3790950"/>
          <p14:tracePt t="19708" x="10901363" y="3790950"/>
          <p14:tracePt t="19722" x="10909300" y="3790950"/>
          <p14:tracePt t="19729" x="10917238" y="3790950"/>
          <p14:tracePt t="19750" x="10934700" y="3790950"/>
          <p14:tracePt t="19766" x="10942638" y="3790950"/>
          <p14:tracePt t="19778" x="10960100" y="3790950"/>
          <p14:tracePt t="19792" x="10968038" y="3790950"/>
          <p14:tracePt t="19806" x="10985500" y="3790950"/>
          <p14:tracePt t="19828" x="10993438" y="3790950"/>
          <p14:tracePt t="19856" x="11002963" y="3790950"/>
          <p14:tracePt t="19883" x="11018838" y="3790950"/>
          <p14:tracePt t="19926" x="11028363" y="3790950"/>
          <p14:tracePt t="20045" x="11044238" y="3790950"/>
          <p14:tracePt t="20130" x="11053763" y="3790950"/>
          <p14:tracePt t="20149" x="11071225" y="3790950"/>
          <p14:tracePt t="20193" x="11079163" y="3790950"/>
          <p14:tracePt t="20291" x="11087100" y="3790950"/>
          <p14:tracePt t="20395" x="11104563" y="3790950"/>
          <p14:tracePt t="20403" x="11096625" y="3790950"/>
          <p14:tracePt t="20413" x="11104563" y="3790950"/>
          <p14:tracePt t="20430" x="11112500" y="3790950"/>
          <p14:tracePt t="20451" x="11129963" y="3790950"/>
          <p14:tracePt t="20481" x="11137900" y="3790950"/>
          <p14:tracePt t="20494" x="11155363" y="3790950"/>
          <p14:tracePt t="20500" x="11147425" y="3790950"/>
          <p14:tracePt t="20514" x="11155363" y="3790950"/>
          <p14:tracePt t="20530" x="11163300" y="3790950"/>
          <p14:tracePt t="20558" x="11172825" y="3790950"/>
          <p14:tracePt t="20614" x="11188700" y="3790950"/>
          <p14:tracePt t="20712" x="11198225" y="3790950"/>
          <p14:tracePt t="20740" x="11215688" y="3790950"/>
          <p14:tracePt t="21175" x="11241088" y="3790950"/>
          <p14:tracePt t="21180" x="11266488" y="3790950"/>
          <p14:tracePt t="21195" x="11333163" y="3790950"/>
          <p14:tracePt t="21212" x="11376025" y="3790950"/>
          <p14:tracePt t="21229" x="11452225" y="3790950"/>
          <p14:tracePt t="21246" x="11530013" y="3790950"/>
          <p14:tracePt t="21262" x="11606213" y="3773488"/>
          <p14:tracePt t="21280" x="11682413" y="3773488"/>
          <p14:tracePt t="21280" x="11725275" y="3773488"/>
          <p14:tracePt t="21296" x="11818938" y="3738563"/>
          <p14:tracePt t="21315" x="11936413" y="3722688"/>
          <p14:tracePt t="21329" x="12047538" y="3722688"/>
          <p14:tracePt t="21346" x="12106275" y="3713163"/>
        </p14:tracePtLst>
      </p14:laserTraceLst>
    </p:ext>
  </p:extLs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6FD"/>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3657600" cy="228600"/>
          </a:xfrm>
          <a:prstGeom prst="rect">
            <a:avLst/>
          </a:prstGeom>
          <a:noFill/>
        </p:spPr>
        <p:txBody>
          <a:bodyPr wrap="square" lIns="27432" tIns="27432" rIns="27432" bIns="27432" anchor="t">
            <a:spAutoFit/>
          </a:bodyPr>
          <a:lstStyle/>
          <a:p>
            <a:pPr algn="l">
              <a:spcAft>
                <a:spcPts val="0"/>
              </a:spcAft>
            </a:pPr>
            <a:r>
              <a:rPr sz="1000" b="1" i="0">
                <a:solidFill>
                  <a:srgbClr val="5B37B4"/>
                </a:solidFill>
                <a:latin typeface="Aptos"/>
              </a:rPr>
              <a:t>02 / BUSINESS QUESTION</a:t>
            </a:r>
          </a:p>
        </p:txBody>
      </p:sp>
      <p:sp>
        <p:nvSpPr>
          <p:cNvPr id="3" name="TextBox 2"/>
          <p:cNvSpPr txBox="1"/>
          <p:nvPr/>
        </p:nvSpPr>
        <p:spPr>
          <a:xfrm>
            <a:off x="594360" y="658368"/>
            <a:ext cx="10972800" cy="502920"/>
          </a:xfrm>
          <a:prstGeom prst="rect">
            <a:avLst/>
          </a:prstGeom>
          <a:noFill/>
        </p:spPr>
        <p:txBody>
          <a:bodyPr wrap="square" lIns="27432" tIns="27432" rIns="27432" bIns="27432" anchor="t">
            <a:spAutoFit/>
          </a:bodyPr>
          <a:lstStyle/>
          <a:p>
            <a:pPr algn="l">
              <a:spcAft>
                <a:spcPts val="0"/>
              </a:spcAft>
            </a:pPr>
            <a:r>
              <a:rPr sz="2800" b="1" i="0">
                <a:solidFill>
                  <a:srgbClr val="2B1C4F"/>
                </a:solidFill>
                <a:latin typeface="Aptos"/>
              </a:rPr>
              <a:t>A focused question, tested with customer-level observations</a:t>
            </a:r>
          </a:p>
        </p:txBody>
      </p:sp>
      <p:sp>
        <p:nvSpPr>
          <p:cNvPr id="4" name="TextBox 3"/>
          <p:cNvSpPr txBox="1"/>
          <p:nvPr/>
        </p:nvSpPr>
        <p:spPr>
          <a:xfrm>
            <a:off x="612648" y="1225296"/>
            <a:ext cx="10972800" cy="347472"/>
          </a:xfrm>
          <a:prstGeom prst="rect">
            <a:avLst/>
          </a:prstGeom>
          <a:noFill/>
        </p:spPr>
        <p:txBody>
          <a:bodyPr wrap="square" lIns="27432" tIns="27432" rIns="27432" bIns="27432" anchor="t">
            <a:spAutoFit/>
          </a:bodyPr>
          <a:lstStyle/>
          <a:p>
            <a:pPr algn="l">
              <a:spcAft>
                <a:spcPts val="0"/>
              </a:spcAft>
            </a:pPr>
            <a:r>
              <a:rPr sz="1200" b="0" i="0">
                <a:solidFill>
                  <a:srgbClr val="696376"/>
                </a:solidFill>
                <a:latin typeface="Aptos"/>
              </a:rPr>
              <a:t>The analysis compares each customer’s average recorded transaction sales—not total sales by gender.</a:t>
            </a:r>
          </a:p>
        </p:txBody>
      </p:sp>
      <p:sp>
        <p:nvSpPr>
          <p:cNvPr id="5" name="Rectangle 4"/>
          <p:cNvSpPr/>
          <p:nvPr/>
        </p:nvSpPr>
        <p:spPr>
          <a:xfrm>
            <a:off x="594360" y="6473952"/>
            <a:ext cx="10972800" cy="10972"/>
          </a:xfrm>
          <a:prstGeom prst="rect">
            <a:avLst/>
          </a:prstGeom>
          <a:solidFill>
            <a:srgbClr val="E1D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12648" y="6537960"/>
            <a:ext cx="8046720" cy="164592"/>
          </a:xfrm>
          <a:prstGeom prst="rect">
            <a:avLst/>
          </a:prstGeom>
          <a:noFill/>
        </p:spPr>
        <p:txBody>
          <a:bodyPr wrap="square" lIns="27432" tIns="27432" rIns="27432" bIns="27432" anchor="t">
            <a:spAutoFit/>
          </a:bodyPr>
          <a:lstStyle/>
          <a:p>
            <a:pPr algn="l">
              <a:spcAft>
                <a:spcPts val="0"/>
              </a:spcAft>
            </a:pPr>
            <a:r>
              <a:rPr sz="800" b="0" i="0">
                <a:solidFill>
                  <a:srgbClr val="696376"/>
                </a:solidFill>
                <a:latin typeface="Aptos"/>
              </a:rPr>
              <a:t>APEXPLANET DATA ANALYTICS INTERNSHIP  •  TASK 4</a:t>
            </a:r>
          </a:p>
        </p:txBody>
      </p:sp>
      <p:sp>
        <p:nvSpPr>
          <p:cNvPr id="7" name="TextBox 6"/>
          <p:cNvSpPr txBox="1"/>
          <p:nvPr/>
        </p:nvSpPr>
        <p:spPr>
          <a:xfrm>
            <a:off x="10972800" y="6519672"/>
            <a:ext cx="502920" cy="201168"/>
          </a:xfrm>
          <a:prstGeom prst="rect">
            <a:avLst/>
          </a:prstGeom>
          <a:noFill/>
        </p:spPr>
        <p:txBody>
          <a:bodyPr wrap="square" lIns="27432" tIns="27432" rIns="27432" bIns="27432" anchor="t">
            <a:spAutoFit/>
          </a:bodyPr>
          <a:lstStyle/>
          <a:p>
            <a:pPr algn="r">
              <a:spcAft>
                <a:spcPts val="0"/>
              </a:spcAft>
            </a:pPr>
            <a:r>
              <a:rPr sz="900" b="1" i="0">
                <a:solidFill>
                  <a:srgbClr val="5B37B4"/>
                </a:solidFill>
                <a:latin typeface="Aptos"/>
              </a:rPr>
              <a:t>03</a:t>
            </a:r>
          </a:p>
        </p:txBody>
      </p:sp>
      <p:sp>
        <p:nvSpPr>
          <p:cNvPr id="8" name="Rounded Rectangle 7"/>
          <p:cNvSpPr/>
          <p:nvPr/>
        </p:nvSpPr>
        <p:spPr>
          <a:xfrm>
            <a:off x="685800" y="1828800"/>
            <a:ext cx="5257800" cy="1325880"/>
          </a:xfrm>
          <a:prstGeom prst="roundRect">
            <a:avLst/>
          </a:prstGeom>
          <a:solidFill>
            <a:srgbClr val="FFFFFF"/>
          </a:solidFill>
          <a:ln w="12700">
            <a:solidFill>
              <a:srgbClr val="E1D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057400"/>
            <a:ext cx="2377440" cy="228600"/>
          </a:xfrm>
          <a:prstGeom prst="rect">
            <a:avLst/>
          </a:prstGeom>
          <a:noFill/>
        </p:spPr>
        <p:txBody>
          <a:bodyPr wrap="square" lIns="27432" tIns="27432" rIns="27432" bIns="27432" anchor="t">
            <a:spAutoFit/>
          </a:bodyPr>
          <a:lstStyle/>
          <a:p>
            <a:pPr algn="l">
              <a:spcAft>
                <a:spcPts val="0"/>
              </a:spcAft>
            </a:pPr>
            <a:r>
              <a:rPr sz="1000" b="1" i="0">
                <a:solidFill>
                  <a:srgbClr val="5B37B4"/>
                </a:solidFill>
                <a:latin typeface="Aptos"/>
              </a:rPr>
              <a:t>BUSINESS QUESTION</a:t>
            </a:r>
          </a:p>
        </p:txBody>
      </p:sp>
      <p:sp>
        <p:nvSpPr>
          <p:cNvPr id="10" name="TextBox 9"/>
          <p:cNvSpPr txBox="1"/>
          <p:nvPr/>
        </p:nvSpPr>
        <p:spPr>
          <a:xfrm>
            <a:off x="914400" y="2208276"/>
            <a:ext cx="4572000" cy="594360"/>
          </a:xfrm>
          <a:prstGeom prst="rect">
            <a:avLst/>
          </a:prstGeom>
          <a:noFill/>
        </p:spPr>
        <p:txBody>
          <a:bodyPr wrap="square" lIns="27432" tIns="27432" rIns="27432" bIns="27432" anchor="t">
            <a:spAutoFit/>
          </a:bodyPr>
          <a:lstStyle/>
          <a:p>
            <a:pPr algn="l">
              <a:spcAft>
                <a:spcPts val="0"/>
              </a:spcAft>
            </a:pPr>
            <a:r>
              <a:rPr sz="1800" b="1" i="0" dirty="0">
                <a:solidFill>
                  <a:srgbClr val="2B1C4F"/>
                </a:solidFill>
                <a:latin typeface="Aptos"/>
              </a:rPr>
              <a:t>Do male and female customers differ in mean customer-level average recorded transaction sales?</a:t>
            </a:r>
          </a:p>
        </p:txBody>
      </p:sp>
      <p:sp>
        <p:nvSpPr>
          <p:cNvPr id="11" name="Rounded Rectangle 10"/>
          <p:cNvSpPr/>
          <p:nvPr/>
        </p:nvSpPr>
        <p:spPr>
          <a:xfrm>
            <a:off x="6217920" y="1828800"/>
            <a:ext cx="5257800" cy="1325880"/>
          </a:xfrm>
          <a:prstGeom prst="roundRect">
            <a:avLst/>
          </a:prstGeom>
          <a:solidFill>
            <a:srgbClr val="FFFFFF"/>
          </a:solidFill>
          <a:ln w="12700">
            <a:solidFill>
              <a:srgbClr val="E1D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2057400"/>
            <a:ext cx="2743200" cy="228600"/>
          </a:xfrm>
          <a:prstGeom prst="rect">
            <a:avLst/>
          </a:prstGeom>
          <a:noFill/>
        </p:spPr>
        <p:txBody>
          <a:bodyPr wrap="square" lIns="27432" tIns="27432" rIns="27432" bIns="27432" anchor="t">
            <a:spAutoFit/>
          </a:bodyPr>
          <a:lstStyle/>
          <a:p>
            <a:pPr algn="l">
              <a:spcAft>
                <a:spcPts val="0"/>
              </a:spcAft>
            </a:pPr>
            <a:r>
              <a:rPr sz="1000" b="1" i="0">
                <a:solidFill>
                  <a:srgbClr val="5B37B4"/>
                </a:solidFill>
                <a:latin typeface="Aptos"/>
              </a:rPr>
              <a:t>NULL HYPOTHESIS  •  H₀</a:t>
            </a:r>
          </a:p>
        </p:txBody>
      </p:sp>
      <p:sp>
        <p:nvSpPr>
          <p:cNvPr id="13" name="TextBox 12"/>
          <p:cNvSpPr txBox="1"/>
          <p:nvPr/>
        </p:nvSpPr>
        <p:spPr>
          <a:xfrm>
            <a:off x="6446520" y="2450592"/>
            <a:ext cx="4480560" cy="411480"/>
          </a:xfrm>
          <a:prstGeom prst="rect">
            <a:avLst/>
          </a:prstGeom>
          <a:noFill/>
        </p:spPr>
        <p:txBody>
          <a:bodyPr wrap="square" lIns="27432" tIns="27432" rIns="27432" bIns="27432" anchor="t">
            <a:spAutoFit/>
          </a:bodyPr>
          <a:lstStyle/>
          <a:p>
            <a:pPr algn="l">
              <a:spcAft>
                <a:spcPts val="0"/>
              </a:spcAft>
            </a:pPr>
            <a:r>
              <a:rPr sz="1800" b="1" i="0">
                <a:solidFill>
                  <a:srgbClr val="2B1C4F"/>
                </a:solidFill>
                <a:latin typeface="Aptos"/>
              </a:rPr>
              <a:t>The population means are equal.</a:t>
            </a:r>
          </a:p>
        </p:txBody>
      </p:sp>
      <p:sp>
        <p:nvSpPr>
          <p:cNvPr id="14" name="Rounded Rectangle 13"/>
          <p:cNvSpPr/>
          <p:nvPr/>
        </p:nvSpPr>
        <p:spPr>
          <a:xfrm>
            <a:off x="685800" y="3520440"/>
            <a:ext cx="5257800" cy="1325880"/>
          </a:xfrm>
          <a:prstGeom prst="roundRect">
            <a:avLst/>
          </a:prstGeom>
          <a:solidFill>
            <a:srgbClr val="FFFFFF"/>
          </a:solidFill>
          <a:ln w="12700">
            <a:solidFill>
              <a:srgbClr val="E1D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3749039"/>
            <a:ext cx="3108960" cy="228600"/>
          </a:xfrm>
          <a:prstGeom prst="rect">
            <a:avLst/>
          </a:prstGeom>
          <a:noFill/>
        </p:spPr>
        <p:txBody>
          <a:bodyPr wrap="square" lIns="27432" tIns="27432" rIns="27432" bIns="27432" anchor="t">
            <a:spAutoFit/>
          </a:bodyPr>
          <a:lstStyle/>
          <a:p>
            <a:pPr algn="l">
              <a:spcAft>
                <a:spcPts val="0"/>
              </a:spcAft>
            </a:pPr>
            <a:r>
              <a:rPr sz="1000" b="1" i="0">
                <a:solidFill>
                  <a:srgbClr val="5B37B4"/>
                </a:solidFill>
                <a:latin typeface="Aptos"/>
              </a:rPr>
              <a:t>ALTERNATIVE HYPOTHESIS  •  H₁</a:t>
            </a:r>
          </a:p>
        </p:txBody>
      </p:sp>
      <p:sp>
        <p:nvSpPr>
          <p:cNvPr id="16" name="TextBox 15"/>
          <p:cNvSpPr txBox="1"/>
          <p:nvPr/>
        </p:nvSpPr>
        <p:spPr>
          <a:xfrm>
            <a:off x="914400" y="4142232"/>
            <a:ext cx="4480560" cy="411480"/>
          </a:xfrm>
          <a:prstGeom prst="rect">
            <a:avLst/>
          </a:prstGeom>
          <a:noFill/>
        </p:spPr>
        <p:txBody>
          <a:bodyPr wrap="square" lIns="27432" tIns="27432" rIns="27432" bIns="27432" anchor="t">
            <a:spAutoFit/>
          </a:bodyPr>
          <a:lstStyle/>
          <a:p>
            <a:pPr algn="l">
              <a:spcAft>
                <a:spcPts val="0"/>
              </a:spcAft>
            </a:pPr>
            <a:r>
              <a:rPr sz="1800" b="1" i="0">
                <a:solidFill>
                  <a:srgbClr val="2B1C4F"/>
                </a:solidFill>
                <a:latin typeface="Aptos"/>
              </a:rPr>
              <a:t>The population means are different.</a:t>
            </a:r>
          </a:p>
        </p:txBody>
      </p:sp>
      <p:sp>
        <p:nvSpPr>
          <p:cNvPr id="17" name="Rounded Rectangle 16"/>
          <p:cNvSpPr/>
          <p:nvPr/>
        </p:nvSpPr>
        <p:spPr>
          <a:xfrm>
            <a:off x="6217920" y="3520440"/>
            <a:ext cx="5257800" cy="1325880"/>
          </a:xfrm>
          <a:prstGeom prst="roundRect">
            <a:avLst/>
          </a:prstGeom>
          <a:solidFill>
            <a:srgbClr val="FFFFFF"/>
          </a:solidFill>
          <a:ln w="12700">
            <a:solidFill>
              <a:srgbClr val="E1D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46520" y="3749039"/>
            <a:ext cx="1828800" cy="228600"/>
          </a:xfrm>
          <a:prstGeom prst="rect">
            <a:avLst/>
          </a:prstGeom>
          <a:noFill/>
        </p:spPr>
        <p:txBody>
          <a:bodyPr wrap="square" lIns="27432" tIns="27432" rIns="27432" bIns="27432" anchor="t">
            <a:spAutoFit/>
          </a:bodyPr>
          <a:lstStyle/>
          <a:p>
            <a:pPr algn="l">
              <a:spcAft>
                <a:spcPts val="0"/>
              </a:spcAft>
            </a:pPr>
            <a:r>
              <a:rPr sz="1000" b="1" i="0">
                <a:solidFill>
                  <a:srgbClr val="5B37B4"/>
                </a:solidFill>
                <a:latin typeface="Aptos"/>
              </a:rPr>
              <a:t>TEST DESIGN</a:t>
            </a:r>
          </a:p>
        </p:txBody>
      </p:sp>
      <p:sp>
        <p:nvSpPr>
          <p:cNvPr id="19" name="TextBox 18"/>
          <p:cNvSpPr txBox="1"/>
          <p:nvPr/>
        </p:nvSpPr>
        <p:spPr>
          <a:xfrm>
            <a:off x="6446520" y="4142232"/>
            <a:ext cx="4480560" cy="502920"/>
          </a:xfrm>
          <a:prstGeom prst="rect">
            <a:avLst/>
          </a:prstGeom>
          <a:noFill/>
        </p:spPr>
        <p:txBody>
          <a:bodyPr wrap="square" lIns="27432" tIns="27432" rIns="27432" bIns="27432" anchor="t">
            <a:spAutoFit/>
          </a:bodyPr>
          <a:lstStyle/>
          <a:p>
            <a:pPr algn="l">
              <a:spcAft>
                <a:spcPts val="0"/>
              </a:spcAft>
            </a:pPr>
            <a:r>
              <a:rPr sz="1600" b="1" i="0">
                <a:solidFill>
                  <a:srgbClr val="2B1C4F"/>
                </a:solidFill>
                <a:latin typeface="Aptos"/>
              </a:rPr>
              <a:t>Two-sided Welch independent-samples t-test • α = 0.05</a:t>
            </a:r>
          </a:p>
        </p:txBody>
      </p:sp>
      <p:sp>
        <p:nvSpPr>
          <p:cNvPr id="20" name="TextBox 19"/>
          <p:cNvSpPr txBox="1"/>
          <p:nvPr/>
        </p:nvSpPr>
        <p:spPr>
          <a:xfrm>
            <a:off x="777240" y="5577840"/>
            <a:ext cx="10607040" cy="365760"/>
          </a:xfrm>
          <a:prstGeom prst="rect">
            <a:avLst/>
          </a:prstGeom>
          <a:noFill/>
        </p:spPr>
        <p:txBody>
          <a:bodyPr wrap="square" lIns="27432" tIns="27432" rIns="27432" bIns="27432" anchor="t">
            <a:spAutoFit/>
          </a:bodyPr>
          <a:lstStyle/>
          <a:p>
            <a:pPr algn="l">
              <a:spcAft>
                <a:spcPts val="0"/>
              </a:spcAft>
            </a:pPr>
            <a:r>
              <a:rPr sz="1200" b="0" i="0">
                <a:solidFill>
                  <a:srgbClr val="696376"/>
                </a:solidFill>
                <a:latin typeface="Aptos"/>
              </a:rPr>
              <a:t>Unit of analysis: one customer, represented by their mean recorded Total_Sales.</a:t>
            </a:r>
          </a:p>
        </p:txBody>
      </p:sp>
      <p:pic>
        <p:nvPicPr>
          <p:cNvPr id="22" name="Picture 21">
            <a:extLst>
              <a:ext uri="{FF2B5EF4-FFF2-40B4-BE49-F238E27FC236}">
                <a16:creationId xmlns:a16="http://schemas.microsoft.com/office/drawing/2014/main" id="{0743FA33-FA78-888E-8B9E-3CABADCAF946}"/>
              </a:ext>
            </a:extLst>
          </p:cNvPr>
          <p:cNvPicPr>
            <a:picLocks noChangeAspect="1"/>
          </p:cNvPicPr>
          <p:nvPr/>
        </p:nvPicPr>
        <p:blipFill>
          <a:blip r:embed="rId3"/>
          <a:stretch>
            <a:fillRect/>
          </a:stretch>
        </p:blipFill>
        <p:spPr>
          <a:xfrm>
            <a:off x="10805732" y="99289"/>
            <a:ext cx="1326407" cy="119131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24559">
        <p159:morph option="byObject"/>
      </p:transition>
    </mc:Choice>
    <mc:Fallback>
      <p:transition spd="slow" advTm="24559">
        <p:fade/>
      </p:transition>
    </mc:Fallback>
  </mc:AlternateContent>
  <p:extLst>
    <p:ext uri="{3A86A75C-4F4B-4683-9AE1-C65F6400EC91}">
      <p14:laserTraceLst xmlns:p14="http://schemas.microsoft.com/office/powerpoint/2010/main">
        <p14:tracePtLst>
          <p14:tracePt t="839" x="12149138" y="3543300"/>
          <p14:tracePt t="849" x="12090400" y="3535363"/>
          <p14:tracePt t="865" x="11979275" y="3517900"/>
          <p14:tracePt t="882" x="11801475" y="3449638"/>
          <p14:tracePt t="900" x="11664950" y="3398838"/>
          <p14:tracePt t="902" x="11596688" y="3382963"/>
          <p14:tracePt t="915" x="11545888" y="3365500"/>
          <p14:tracePt t="932" x="11368088" y="3297238"/>
          <p14:tracePt t="948" x="11241088" y="3263900"/>
          <p14:tracePt t="966" x="11079163" y="3221038"/>
          <p14:tracePt t="983" x="10866438" y="3195638"/>
          <p14:tracePt t="1000" x="10645775" y="3195638"/>
          <p14:tracePt t="1016" x="10602913" y="3195638"/>
          <p14:tracePt t="1016" x="10534650" y="3195638"/>
          <p14:tracePt t="1032" x="10425113" y="3203575"/>
          <p14:tracePt t="1049" x="10075863" y="3246438"/>
          <p14:tracePt t="1065" x="9652000" y="3289300"/>
          <p14:tracePt t="1083" x="9193213" y="3340100"/>
          <p14:tracePt t="1100" x="8547100" y="3340100"/>
          <p14:tracePt t="1115" x="8224838" y="3382963"/>
          <p14:tracePt t="1133" x="7875588" y="3398838"/>
          <p14:tracePt t="1148" x="7697788" y="3398838"/>
          <p14:tracePt t="1166" x="7527925" y="3398838"/>
          <p14:tracePt t="1169" x="7459663" y="3398838"/>
          <p14:tracePt t="1176" x="7358063" y="3398838"/>
          <p14:tracePt t="1225" x="6567488" y="3398838"/>
          <p14:tracePt t="1248" x="6303963" y="3398838"/>
          <p14:tracePt t="1268" x="6040438" y="3373438"/>
          <p14:tracePt t="1281" x="5862638" y="3355975"/>
          <p14:tracePt t="1299" x="5624513" y="3340100"/>
          <p14:tracePt t="1316" x="5216525" y="3297238"/>
          <p14:tracePt t="1332" x="5064125" y="3279775"/>
          <p14:tracePt t="1349" x="4935538" y="3263900"/>
          <p14:tracePt t="1352" x="4868863" y="3246438"/>
          <p14:tracePt t="1366" x="4775200" y="3211513"/>
          <p14:tracePt t="1382" x="4681538" y="3186113"/>
          <p14:tracePt t="1400" x="4537075" y="3135313"/>
          <p14:tracePt t="1416" x="4486275" y="3127375"/>
          <p14:tracePt t="1432" x="4392613" y="3094038"/>
          <p14:tracePt t="1449" x="4291013" y="3067050"/>
          <p14:tracePt t="1465" x="4197350" y="3016250"/>
          <p14:tracePt t="1481" x="4121150" y="2990850"/>
          <p14:tracePt t="1498" x="3959225" y="2914650"/>
          <p14:tracePt t="1515" x="3797300" y="2855913"/>
          <p14:tracePt t="1532" x="3721100" y="2805113"/>
          <p14:tracePt t="1547" x="3627438" y="2778125"/>
          <p14:tracePt t="1565" x="3568700" y="2778125"/>
          <p14:tracePt t="1583" x="3517900" y="2770188"/>
          <p14:tracePt t="1598" x="3492500" y="2752725"/>
          <p14:tracePt t="1615" x="3467100" y="2752725"/>
          <p14:tracePt t="1631" x="3441700" y="2752725"/>
          <p14:tracePt t="1648" x="3432175" y="2752725"/>
          <p14:tracePt t="1665" x="3414713" y="2752725"/>
          <p14:tracePt t="1681" x="3398838" y="2752725"/>
          <p14:tracePt t="1700" x="3381375" y="2752725"/>
          <p14:tracePt t="1702" x="3373438" y="2752725"/>
          <p14:tracePt t="1717" x="3355975" y="2752725"/>
          <p14:tracePt t="1732" x="3348038" y="2752725"/>
          <p14:tracePt t="1750" x="3322638" y="2752725"/>
          <p14:tracePt t="1766" x="3313113" y="2752725"/>
          <p14:tracePt t="1781" x="3297238" y="2770188"/>
          <p14:tracePt t="1800" x="3270250" y="2778125"/>
          <p14:tracePt t="1820" x="3262313" y="2778125"/>
          <p14:tracePt t="1832" x="3254375" y="2795588"/>
          <p14:tracePt t="1849" x="3228975" y="2795588"/>
          <p14:tracePt t="1866" x="3228975" y="2805113"/>
          <p14:tracePt t="1881" x="3203575" y="2805113"/>
          <p14:tracePt t="1898" x="3203575" y="2820988"/>
          <p14:tracePt t="1899" x="3186113" y="2830513"/>
          <p14:tracePt t="1915" x="3178175" y="2830513"/>
          <p14:tracePt t="1930" x="3168650" y="2838450"/>
          <p14:tracePt t="1948" x="3143250" y="2846388"/>
          <p14:tracePt t="1964" x="3127375" y="2855913"/>
          <p14:tracePt t="1983" x="3109913" y="2863850"/>
          <p14:tracePt t="1997" x="3092450" y="2881313"/>
          <p14:tracePt t="2016" x="3092450" y="2889250"/>
          <p14:tracePt t="2033" x="3084513" y="2889250"/>
          <p14:tracePt t="2052" x="3067050" y="2889250"/>
          <p14:tracePt t="2082" x="3059113" y="2889250"/>
          <p14:tracePt t="2130" x="3059113" y="2906713"/>
          <p14:tracePt t="2178" x="3059113" y="2914650"/>
          <p14:tracePt t="2192" x="3059113" y="2922588"/>
          <p14:tracePt t="2241" x="3074988" y="2922588"/>
          <p14:tracePt t="2269" x="3084513" y="2922588"/>
          <p14:tracePt t="2290" x="3100388" y="2922588"/>
          <p14:tracePt t="2298" x="3092450" y="2922588"/>
          <p14:tracePt t="2304" x="3100388" y="2922588"/>
          <p14:tracePt t="2314" x="3109913" y="2922588"/>
          <p14:tracePt t="2340" x="3117850" y="2922588"/>
          <p14:tracePt t="2375" x="3135313" y="2922588"/>
          <p14:tracePt t="2389" x="3143250" y="2922588"/>
          <p14:tracePt t="2410" x="3160713" y="2922588"/>
          <p14:tracePt t="2508" x="3168650" y="2922588"/>
          <p14:tracePt t="2564" x="3178175" y="2922588"/>
          <p14:tracePt t="2776" x="3178175" y="2914650"/>
          <p14:tracePt t="2794" x="3178175" y="2897188"/>
          <p14:tracePt t="4121" x="3143250" y="2795588"/>
          <p14:tracePt t="4130" x="3100388" y="2701925"/>
          <p14:tracePt t="4145" x="3008313" y="2532063"/>
          <p14:tracePt t="4163" x="2940050" y="2430463"/>
          <p14:tracePt t="4164" x="2930525" y="2405063"/>
          <p14:tracePt t="4178" x="2897188" y="2362200"/>
          <p14:tracePt t="4197" x="2786063" y="2286000"/>
          <p14:tracePt t="4199" x="2709863" y="2209800"/>
          <p14:tracePt t="4213" x="2582863" y="2073275"/>
          <p14:tracePt t="4214" x="2395538" y="1938338"/>
          <p14:tracePt t="4229" x="2022475" y="1614488"/>
          <p14:tracePt t="4247" x="1520825" y="1130300"/>
          <p14:tracePt t="4263" x="1317625" y="942975"/>
          <p14:tracePt t="4279" x="1214438" y="874713"/>
          <p14:tracePt t="4296" x="1173163" y="833438"/>
          <p14:tracePt t="4297" x="1163638" y="823913"/>
          <p14:tracePt t="4312" x="1138238" y="815975"/>
          <p14:tracePt t="4330" x="1130300" y="798513"/>
          <p14:tracePt t="4332" x="1112838" y="798513"/>
          <p14:tracePt t="4345" x="1112838" y="790575"/>
          <p14:tracePt t="4363" x="1087438" y="790575"/>
          <p14:tracePt t="4381" x="1062038" y="765175"/>
          <p14:tracePt t="4395" x="1036638" y="747713"/>
          <p14:tracePt t="4412" x="1019175" y="747713"/>
          <p14:tracePt t="4431" x="968375" y="714375"/>
          <p14:tracePt t="4445" x="925513" y="688975"/>
          <p14:tracePt t="4462" x="866775" y="663575"/>
          <p14:tracePt t="4464" x="858838" y="663575"/>
          <p14:tracePt t="4479" x="841375" y="646113"/>
          <p14:tracePt t="4480" x="831850" y="646113"/>
          <p14:tracePt t="4495" x="806450" y="636588"/>
          <p14:tracePt t="4512" x="781050" y="620713"/>
          <p14:tracePt t="4528" x="755650" y="620713"/>
          <p14:tracePt t="4556" x="747713" y="620713"/>
          <p14:tracePt t="4577" x="747713" y="628650"/>
          <p14:tracePt t="4584" x="747713" y="636588"/>
          <p14:tracePt t="4605" x="765175" y="636588"/>
          <p14:tracePt t="4613" x="773113" y="663575"/>
          <p14:tracePt t="4628" x="790575" y="679450"/>
          <p14:tracePt t="4646" x="798513" y="696913"/>
          <p14:tracePt t="4648" x="806450" y="714375"/>
          <p14:tracePt t="4662" x="823913" y="714375"/>
          <p14:tracePt t="4679" x="831850" y="739775"/>
          <p14:tracePt t="4696" x="849313" y="747713"/>
          <p14:tracePt t="4711" x="858838" y="773113"/>
          <p14:tracePt t="4730" x="874713" y="781050"/>
          <p14:tracePt t="4747" x="884238" y="798513"/>
          <p14:tracePt t="4761" x="884238" y="808038"/>
          <p14:tracePt t="4781" x="917575" y="833438"/>
          <p14:tracePt t="4801" x="917575" y="849313"/>
          <p14:tracePt t="4812" x="942975" y="858838"/>
          <p14:tracePt t="4830" x="968375" y="892175"/>
          <p14:tracePt t="4846" x="1019175" y="909638"/>
          <p14:tracePt t="4862" x="1062038" y="952500"/>
          <p14:tracePt t="4864" x="1104900" y="977900"/>
          <p14:tracePt t="4879" x="1163638" y="993775"/>
          <p14:tracePt t="4896" x="1223963" y="1019175"/>
          <p14:tracePt t="4912" x="1282700" y="1062038"/>
          <p14:tracePt t="4929" x="1333500" y="1087438"/>
          <p14:tracePt t="4944" x="1343025" y="1104900"/>
          <p14:tracePt t="4963" x="1384300" y="1112838"/>
          <p14:tracePt t="4978" x="1393825" y="1112838"/>
          <p14:tracePt t="4996" x="1409700" y="1130300"/>
          <p14:tracePt t="5011" x="1419225" y="1138238"/>
          <p14:tracePt t="5029" x="1427163" y="1138238"/>
          <p14:tracePt t="5032" x="1427163" y="1155700"/>
          <p14:tracePt t="5045" x="1444625" y="1155700"/>
          <p14:tracePt t="5061" x="1452563" y="1163638"/>
          <p14:tracePt t="5096" x="1470025" y="1163638"/>
          <p14:tracePt t="5124" x="1477963" y="1163638"/>
          <p14:tracePt t="5138" x="1495425" y="1163638"/>
          <p14:tracePt t="5145" x="1503363" y="1163638"/>
          <p14:tracePt t="5165" x="1512888" y="1163638"/>
          <p14:tracePt t="5179" x="1528763" y="1163638"/>
          <p14:tracePt t="5194" x="1538288" y="1163638"/>
          <p14:tracePt t="5197" x="1554163" y="1163638"/>
          <p14:tracePt t="5213" x="1579563" y="1163638"/>
          <p14:tracePt t="5230" x="1606550" y="1163638"/>
          <p14:tracePt t="5244" x="1614488" y="1163638"/>
          <p14:tracePt t="5261" x="1639888" y="1155700"/>
          <p14:tracePt t="5277" x="1708150" y="1147763"/>
          <p14:tracePt t="5293" x="1766888" y="1147763"/>
          <p14:tracePt t="5312" x="1868488" y="1130300"/>
          <p14:tracePt t="5314" x="1893888" y="1130300"/>
          <p14:tracePt t="5327" x="1987550" y="1122363"/>
          <p14:tracePt t="5345" x="2124075" y="1112838"/>
          <p14:tracePt t="5363" x="2293938" y="1104900"/>
          <p14:tracePt t="5378" x="2387600" y="1104900"/>
          <p14:tracePt t="5396" x="2481263" y="1104900"/>
          <p14:tracePt t="5397" x="2506663" y="1104900"/>
          <p14:tracePt t="5412" x="2557463" y="1122363"/>
          <p14:tracePt t="5427" x="2616200" y="1122363"/>
          <p14:tracePt t="5445" x="2709863" y="1130300"/>
          <p14:tracePt t="5461" x="2846388" y="1138238"/>
          <p14:tracePt t="5478" x="2955925" y="1138238"/>
          <p14:tracePt t="5496" x="3135313" y="1138238"/>
          <p14:tracePt t="5511" x="3203575" y="1138238"/>
          <p14:tracePt t="5529" x="3279775" y="1138238"/>
          <p14:tracePt t="5531" x="3305175" y="1138238"/>
          <p14:tracePt t="5544" x="3355975" y="1138238"/>
          <p14:tracePt t="5562" x="3414713" y="1138238"/>
          <p14:tracePt t="5578" x="3467100" y="1138238"/>
          <p14:tracePt t="5595" x="3559175" y="1138238"/>
          <p14:tracePt t="5596" x="3586163" y="1138238"/>
          <p14:tracePt t="5612" x="3662363" y="1138238"/>
          <p14:tracePt t="5630" x="3797300" y="1138238"/>
          <p14:tracePt t="5645" x="3865563" y="1138238"/>
          <p14:tracePt t="5661" x="3941763" y="1138238"/>
          <p14:tracePt t="5679" x="4044950" y="1138238"/>
          <p14:tracePt t="5694" x="4095750" y="1138238"/>
          <p14:tracePt t="5713" x="4154488" y="1130300"/>
          <p14:tracePt t="5728" x="4214813" y="1130300"/>
          <p14:tracePt t="5745" x="4281488" y="1130300"/>
          <p14:tracePt t="5748" x="4332288" y="1130300"/>
          <p14:tracePt t="5763" x="4443413" y="1130300"/>
          <p14:tracePt t="5778" x="4562475" y="1130300"/>
          <p14:tracePt t="5796" x="4724400" y="1130300"/>
          <p14:tracePt t="5812" x="4765675" y="1130300"/>
          <p14:tracePt t="5815" x="4791075" y="1130300"/>
          <p14:tracePt t="5827" x="4851400" y="1130300"/>
          <p14:tracePt t="5844" x="4902200" y="1130300"/>
          <p14:tracePt t="5862" x="4945063" y="1130300"/>
          <p14:tracePt t="5877" x="4953000" y="1130300"/>
          <p14:tracePt t="5896" x="4978400" y="1130300"/>
          <p14:tracePt t="5911" x="5003800" y="1130300"/>
          <p14:tracePt t="5927" x="5029200" y="1130300"/>
          <p14:tracePt t="5945" x="5064125" y="1138238"/>
          <p14:tracePt t="5946" x="5080000" y="1138238"/>
          <p14:tracePt t="5961" x="5114925" y="1147763"/>
          <p14:tracePt t="5980" x="5183188" y="1163638"/>
          <p14:tracePt t="5994" x="5216525" y="1163638"/>
          <p14:tracePt t="6010" x="5276850" y="1163638"/>
          <p14:tracePt t="6030" x="5327650" y="1163638"/>
          <p14:tracePt t="6043" x="5378450" y="1163638"/>
          <p14:tracePt t="6060" x="5403850" y="1163638"/>
          <p14:tracePt t="6079" x="5472113" y="1163638"/>
          <p14:tracePt t="6094" x="5497513" y="1163638"/>
          <p14:tracePt t="6111" x="5530850" y="1173163"/>
          <p14:tracePt t="6127" x="5556250" y="1173163"/>
          <p14:tracePt t="6143" x="5591175" y="1173163"/>
          <p14:tracePt t="6162" x="5641975" y="1189038"/>
          <p14:tracePt t="6177" x="5675313" y="1189038"/>
          <p14:tracePt t="6193" x="5692775" y="1189038"/>
          <p14:tracePt t="6211" x="5718175" y="1189038"/>
          <p14:tracePt t="6213" x="5735638" y="1189038"/>
          <p14:tracePt t="6227" x="5761038" y="1189038"/>
          <p14:tracePt t="6243" x="5786438" y="1189038"/>
          <p14:tracePt t="6260" x="5802313" y="1189038"/>
          <p14:tracePt t="6278" x="5853113" y="1189038"/>
          <p14:tracePt t="6294" x="5880100" y="1189038"/>
          <p14:tracePt t="6311" x="5930900" y="1198563"/>
          <p14:tracePt t="6327" x="5964238" y="1198563"/>
          <p14:tracePt t="6345" x="6015038" y="1198563"/>
          <p14:tracePt t="6361" x="6057900" y="1216025"/>
          <p14:tracePt t="6378" x="6091238" y="1216025"/>
          <p14:tracePt t="6394" x="6116638" y="1216025"/>
          <p14:tracePt t="6396" x="6134100" y="1216025"/>
          <p14:tracePt t="6410" x="6167438" y="1216025"/>
          <p14:tracePt t="6429" x="6202363" y="1216025"/>
          <p14:tracePt t="6443" x="6227763" y="1216025"/>
          <p14:tracePt t="6461" x="6253163" y="1216025"/>
          <p14:tracePt t="6463" x="6261100" y="1216025"/>
          <p14:tracePt t="6477" x="6278563" y="1216025"/>
          <p14:tracePt t="6494" x="6303963" y="1216025"/>
          <p14:tracePt t="6512" x="6329363" y="1216025"/>
          <p14:tracePt t="6528" x="6346825" y="1216025"/>
          <p14:tracePt t="6547" x="6364288" y="1216025"/>
          <p14:tracePt t="6562" x="6372225" y="1223963"/>
          <p14:tracePt t="6576" x="6397625" y="1241425"/>
          <p14:tracePt t="7004" x="6430963" y="1241425"/>
          <p14:tracePt t="7011" x="6473825" y="1231900"/>
          <p14:tracePt t="7025" x="6534150" y="1216025"/>
          <p14:tracePt t="7043" x="6600825" y="1206500"/>
          <p14:tracePt t="7060" x="6694488" y="1189038"/>
          <p14:tracePt t="7062" x="6729413" y="1173163"/>
          <p14:tracePt t="7076" x="6797675" y="1173163"/>
          <p14:tracePt t="7095" x="6848475" y="1163638"/>
          <p14:tracePt t="7109" x="6873875" y="1147763"/>
          <p14:tracePt t="7126" x="6899275" y="1138238"/>
          <p14:tracePt t="7144" x="6924675" y="1138238"/>
          <p14:tracePt t="7159" x="6942138" y="1138238"/>
          <p14:tracePt t="7177" x="6958013" y="1138238"/>
          <p14:tracePt t="7192" x="6967538" y="1138238"/>
          <p14:tracePt t="7210" x="6983413" y="1138238"/>
          <p14:tracePt t="7228" x="7008813" y="1138238"/>
          <p14:tracePt t="7242" x="7026275" y="1138238"/>
          <p14:tracePt t="7262" x="7043738" y="1138238"/>
          <p14:tracePt t="7277" x="7051675" y="1138238"/>
          <p14:tracePt t="7292" x="7069138" y="1138238"/>
          <p14:tracePt t="7310" x="7077075" y="1138238"/>
          <p14:tracePt t="7313" x="7085013" y="1138238"/>
          <p14:tracePt t="7327" x="7102475" y="1138238"/>
          <p14:tracePt t="7342" x="7127875" y="1138238"/>
          <p14:tracePt t="7359" x="7153275" y="1138238"/>
          <p14:tracePt t="7376" x="7170738" y="1138238"/>
          <p14:tracePt t="7393" x="7196138" y="1138238"/>
          <p14:tracePt t="7411" x="7221538" y="1138238"/>
          <p14:tracePt t="7427" x="7246938" y="1138238"/>
          <p14:tracePt t="7443" x="7272338" y="1138238"/>
          <p14:tracePt t="7460" x="7281863" y="1138238"/>
          <p14:tracePt t="7462" x="7297738" y="1138238"/>
          <p14:tracePt t="7475" x="7307263" y="1138238"/>
          <p14:tracePt t="7494" x="7332663" y="1138238"/>
          <p14:tracePt t="7509" x="7358063" y="1138238"/>
          <p14:tracePt t="7525" x="7373938" y="1138238"/>
          <p14:tracePt t="7544" x="7408863" y="1138238"/>
          <p14:tracePt t="7559" x="7434263" y="1138238"/>
          <p14:tracePt t="7577" x="7442200" y="1138238"/>
          <p14:tracePt t="7579" x="7467600" y="1138238"/>
          <p14:tracePt t="7592" x="7485063" y="1138238"/>
          <p14:tracePt t="7609" x="7518400" y="1138238"/>
          <p14:tracePt t="7628" x="7561263" y="1138238"/>
          <p14:tracePt t="7642" x="7596188" y="1138238"/>
          <p14:tracePt t="7659" x="7672388" y="1147763"/>
          <p14:tracePt t="7677" x="7824788" y="1155700"/>
          <p14:tracePt t="7692" x="7935913" y="1155700"/>
          <p14:tracePt t="7710" x="8088313" y="1155700"/>
          <p14:tracePt t="7728" x="8240713" y="1155700"/>
          <p14:tracePt t="7742" x="8326438" y="1155700"/>
          <p14:tracePt t="7761" x="8428038" y="1155700"/>
          <p14:tracePt t="7776" x="8504238" y="1155700"/>
          <p14:tracePt t="7792" x="8555038" y="1155700"/>
          <p14:tracePt t="7809" x="8658225" y="1155700"/>
          <p14:tracePt t="7826" x="8724900" y="1155700"/>
          <p14:tracePt t="7843" x="8818563" y="1155700"/>
          <p14:tracePt t="7845" x="8843963" y="1155700"/>
          <p14:tracePt t="7859" x="8886825" y="1155700"/>
          <p14:tracePt t="7876" x="8988425" y="1155700"/>
          <p14:tracePt t="7893" x="9064625" y="1155700"/>
          <p14:tracePt t="7909" x="9175750" y="1155700"/>
          <p14:tracePt t="7926" x="9251950" y="1155700"/>
          <p14:tracePt t="7929" x="9277350" y="1155700"/>
          <p14:tracePt t="7944" x="9337675" y="1155700"/>
          <p14:tracePt t="7959" x="9405938" y="1155700"/>
          <p14:tracePt t="7976" x="9447213" y="1155700"/>
          <p14:tracePt t="7978" x="9456738" y="1155700"/>
          <p14:tracePt t="7993" x="9490075" y="1155700"/>
          <p14:tracePt t="8008" x="9532938" y="1155700"/>
          <p14:tracePt t="8026" x="9558338" y="1155700"/>
          <p14:tracePt t="8043" x="9591675" y="1173163"/>
          <p14:tracePt t="8060" x="9617075" y="1173163"/>
          <p14:tracePt t="8076" x="9626600" y="1173163"/>
          <p14:tracePt t="8077" x="9642475" y="1173163"/>
          <p14:tracePt t="8092" x="9652000" y="1173163"/>
          <p14:tracePt t="8110" x="9659938" y="1173163"/>
          <p14:tracePt t="8126" x="9685338" y="1173163"/>
          <p14:tracePt t="8153" x="9702800" y="1173163"/>
          <p14:tracePt t="8174" x="9710738" y="1173163"/>
          <p14:tracePt t="8210" x="9728200" y="1173163"/>
          <p14:tracePt t="8237" x="9736138" y="1173163"/>
          <p14:tracePt t="9207" x="9652000" y="1274763"/>
          <p14:tracePt t="9211" x="9515475" y="1401763"/>
          <p14:tracePt t="9223" x="9413875" y="1512888"/>
          <p14:tracePt t="9241" x="9294813" y="1597025"/>
          <p14:tracePt t="9257" x="9142413" y="1690688"/>
          <p14:tracePt t="9276" x="8921750" y="1758950"/>
          <p14:tracePt t="9291" x="8759825" y="1793875"/>
          <p14:tracePt t="9308" x="8580438" y="1809750"/>
          <p14:tracePt t="9311" x="8488363" y="1809750"/>
          <p14:tracePt t="9326" x="8258175" y="1835150"/>
          <p14:tracePt t="9341" x="7935913" y="1878013"/>
          <p14:tracePt t="9358" x="7596188" y="1878013"/>
          <p14:tracePt t="9375" x="7246938" y="1895475"/>
          <p14:tracePt t="9391" x="7137400" y="1928813"/>
          <p14:tracePt t="9407" x="7077075" y="1946275"/>
          <p14:tracePt t="9424" x="6958013" y="1971675"/>
          <p14:tracePt t="9442" x="6823075" y="1989138"/>
          <p14:tracePt t="9444" x="6719888" y="2005013"/>
          <p14:tracePt t="9459" x="6575425" y="2039938"/>
          <p14:tracePt t="9474" x="6465888" y="2073275"/>
          <p14:tracePt t="9492" x="6354763" y="2108200"/>
          <p14:tracePt t="9494" x="6311900" y="2108200"/>
          <p14:tracePt t="9509" x="6253163" y="2108200"/>
          <p14:tracePt t="9524" x="6100763" y="2159000"/>
          <p14:tracePt t="9541" x="5853113" y="2217738"/>
          <p14:tracePt t="9557" x="5667375" y="2260600"/>
          <p14:tracePt t="9575" x="5513388" y="2286000"/>
          <p14:tracePt t="9592" x="5446713" y="2303463"/>
          <p14:tracePt t="9607" x="5421313" y="2328863"/>
          <p14:tracePt t="9625" x="5394325" y="2344738"/>
          <p14:tracePt t="9641" x="5368925" y="2344738"/>
          <p14:tracePt t="9658" x="5360988" y="2344738"/>
          <p14:tracePt t="9673" x="5343525" y="2344738"/>
          <p14:tracePt t="9690" x="5327650" y="2344738"/>
          <p14:tracePt t="9718" x="5310188" y="2344738"/>
          <p14:tracePt t="9738" x="5302250" y="2344738"/>
          <p14:tracePt t="9766" x="5284788" y="2344738"/>
          <p14:tracePt t="9794" x="5276850" y="2344738"/>
          <p14:tracePt t="9886" x="5276850" y="2354263"/>
          <p14:tracePt t="9970" x="5292725" y="2354263"/>
          <p14:tracePt t="9984" x="5302250" y="2354263"/>
          <p14:tracePt t="9990" x="5318125" y="2354263"/>
          <p14:tracePt t="10007" x="5318125" y="2371725"/>
          <p14:tracePt t="10024" x="5327650" y="2371725"/>
          <p14:tracePt t="10040" x="5335588" y="2379663"/>
          <p14:tracePt t="10057" x="5353050" y="2379663"/>
          <p14:tracePt t="10074" x="5378450" y="2379663"/>
          <p14:tracePt t="10090" x="5386388" y="2379663"/>
          <p14:tracePt t="10108" x="5403850" y="2379663"/>
          <p14:tracePt t="10125" x="5411788" y="2379663"/>
          <p14:tracePt t="10141" x="5421313" y="2379663"/>
          <p14:tracePt t="10174" x="5437188" y="2379663"/>
          <p14:tracePt t="10188" x="5446713" y="2379663"/>
          <p14:tracePt t="10209" x="5462588" y="2379663"/>
          <p14:tracePt t="10215" x="5454650" y="2379663"/>
          <p14:tracePt t="10222" x="5462588" y="2379663"/>
          <p14:tracePt t="10777" x="5538788" y="2397125"/>
          <p14:tracePt t="10791" x="5751513" y="2473325"/>
          <p14:tracePt t="10805" x="5997575" y="2557463"/>
          <p14:tracePt t="10823" x="6245225" y="2660650"/>
          <p14:tracePt t="10840" x="6440488" y="2736850"/>
          <p14:tracePt t="10842" x="6534150" y="2752725"/>
          <p14:tracePt t="10857" x="6678613" y="2813050"/>
          <p14:tracePt t="10874" x="6737350" y="2846388"/>
          <p14:tracePt t="10876" x="6780213" y="2863850"/>
          <p14:tracePt t="10890" x="6788150" y="2871788"/>
          <p14:tracePt t="10892" x="6797675" y="2871788"/>
          <p14:tracePt t="10906" x="6823075" y="2881313"/>
          <p14:tracePt t="10924" x="6838950" y="2889250"/>
          <p14:tracePt t="10940" x="6848475" y="2897188"/>
          <p14:tracePt t="10957" x="6873875" y="2897188"/>
          <p14:tracePt t="10959" x="6873875" y="2906713"/>
          <p14:tracePt t="10974" x="6899275" y="2922588"/>
          <p14:tracePt t="10989" x="6907213" y="2922588"/>
          <p14:tracePt t="11008" x="6932613" y="2932113"/>
          <p14:tracePt t="11022" x="6975475" y="2932113"/>
          <p14:tracePt t="11041" x="6983413" y="2949575"/>
          <p14:tracePt t="11057" x="7034213" y="2949575"/>
          <p14:tracePt t="11072" x="7059613" y="2957513"/>
          <p14:tracePt t="11090" x="7094538" y="2957513"/>
          <p14:tracePt t="11107" x="7112000" y="2974975"/>
          <p14:tracePt t="11109" x="7119938" y="2974975"/>
          <p14:tracePt t="11123" x="7145338" y="2974975"/>
          <p14:tracePt t="11140" x="7170738" y="2974975"/>
          <p14:tracePt t="11156" x="7188200" y="2974975"/>
          <p14:tracePt t="11172" x="7204075" y="2974975"/>
          <p14:tracePt t="11191" x="7229475" y="2974975"/>
          <p14:tracePt t="11226" x="7246938" y="2974975"/>
          <p14:tracePt t="11253" x="7256463" y="2974975"/>
          <p14:tracePt t="11282" x="7272338" y="2974975"/>
          <p14:tracePt t="11380" x="7272338" y="2965450"/>
          <p14:tracePt t="11402" x="7272338" y="2957513"/>
          <p14:tracePt t="11442" x="7272338" y="2940050"/>
          <p14:tracePt t="11478" x="7272338" y="2932113"/>
          <p14:tracePt t="11520" x="7272338" y="2922588"/>
          <p14:tracePt t="11556" x="7272338" y="2906713"/>
          <p14:tracePt t="11561" x="7281863" y="2906713"/>
          <p14:tracePt t="11575" x="7289800" y="2906713"/>
          <p14:tracePt t="11604" x="7307263" y="2897188"/>
          <p14:tracePt t="11632" x="7315200" y="2881313"/>
          <p14:tracePt t="11660" x="7332663" y="2881313"/>
          <p14:tracePt t="11674" x="7340600" y="2881313"/>
          <p14:tracePt t="11717" x="7340600" y="2871788"/>
          <p14:tracePt t="11815" x="7348538" y="2871788"/>
          <p14:tracePt t="11855" x="7366000" y="2871788"/>
          <p14:tracePt t="11891" x="7373938" y="2871788"/>
          <p14:tracePt t="11913" x="7391400" y="2871788"/>
          <p14:tracePt t="11934" x="7400925" y="2871788"/>
          <p14:tracePt t="11956" x="7416800" y="2871788"/>
          <p14:tracePt t="11990" x="7426325" y="2871788"/>
          <p14:tracePt t="12004" x="7434263" y="2871788"/>
          <p14:tracePt t="12032" x="7451725" y="2871788"/>
          <p14:tracePt t="12067" x="7459663" y="2871788"/>
          <p14:tracePt t="12089" x="7477125" y="2871788"/>
          <p14:tracePt t="12094" x="7467600" y="2871788"/>
          <p14:tracePt t="12105" x="7477125" y="2871788"/>
          <p14:tracePt t="12144" x="7485063" y="2871788"/>
          <p14:tracePt t="12767" x="7467600" y="2871788"/>
          <p14:tracePt t="12775" x="7400925" y="2932113"/>
          <p14:tracePt t="12787" x="7323138" y="2982913"/>
          <p14:tracePt t="12804" x="6831013" y="3322638"/>
          <p14:tracePt t="12821" x="6575425" y="3467100"/>
          <p14:tracePt t="12838" x="6430963" y="3560763"/>
          <p14:tracePt t="12839" x="6338888" y="3594100"/>
          <p14:tracePt t="12854" x="6245225" y="3646488"/>
          <p14:tracePt t="12871" x="6108700" y="3697288"/>
          <p14:tracePt t="12888" x="5989638" y="3738563"/>
          <p14:tracePt t="12904" x="5837238" y="3806825"/>
          <p14:tracePt t="12923" x="5768975" y="3832225"/>
          <p14:tracePt t="12937" x="5726113" y="3849688"/>
          <p14:tracePt t="12955" x="5675313" y="3857625"/>
          <p14:tracePt t="12958" x="5657850" y="3857625"/>
          <p14:tracePt t="12972" x="5632450" y="3857625"/>
          <p14:tracePt t="12987" x="5616575" y="3875088"/>
          <p14:tracePt t="13004" x="5573713" y="3883025"/>
          <p14:tracePt t="13021" x="5548313" y="3883025"/>
          <p14:tracePt t="13023" x="5538788" y="3883025"/>
          <p14:tracePt t="13038" x="5497513" y="3900488"/>
          <p14:tracePt t="13054" x="5472113" y="3900488"/>
          <p14:tracePt t="13071" x="5446713" y="3908425"/>
          <p14:tracePt t="13089" x="5421313" y="3925888"/>
          <p14:tracePt t="13091" x="5394325" y="3925888"/>
          <p14:tracePt t="13106" x="5378450" y="3925888"/>
          <p14:tracePt t="13121" x="5368925" y="3925888"/>
          <p14:tracePt t="13137" x="5343525" y="3925888"/>
          <p14:tracePt t="13154" x="5335588" y="3925888"/>
          <p14:tracePt t="13171" x="5310188" y="3925888"/>
          <p14:tracePt t="13189" x="5276850" y="3925888"/>
          <p14:tracePt t="13205" x="5259388" y="3925888"/>
          <p14:tracePt t="13221" x="5233988" y="3925888"/>
          <p14:tracePt t="13238" x="5208588" y="3925888"/>
          <p14:tracePt t="13254" x="5199063" y="3925888"/>
          <p14:tracePt t="13270" x="5183188" y="3925888"/>
          <p14:tracePt t="13287" x="5173663" y="3925888"/>
          <p14:tracePt t="13304" x="5165725" y="3925888"/>
          <p14:tracePt t="13321" x="5148263" y="3935413"/>
          <p14:tracePt t="13338" x="5140325" y="3935413"/>
          <p14:tracePt t="13354" x="5132388" y="3935413"/>
          <p14:tracePt t="13371" x="5122863" y="3935413"/>
          <p14:tracePt t="13387" x="5114925" y="3935413"/>
          <p14:tracePt t="13404" x="5106988" y="3935413"/>
          <p14:tracePt t="13441" x="5106988" y="3951288"/>
          <p14:tracePt t="16572" x="5122863" y="3951288"/>
          <p14:tracePt t="16586" x="5132388" y="3951288"/>
          <p14:tracePt t="16593" x="5140325" y="3951288"/>
          <p14:tracePt t="16601" x="5157788" y="3951288"/>
          <p14:tracePt t="16617" x="5191125" y="3951288"/>
          <p14:tracePt t="16632" x="5216525" y="3976688"/>
          <p14:tracePt t="16649" x="5292725" y="3976688"/>
          <p14:tracePt t="16666" x="5378450" y="4002088"/>
          <p14:tracePt t="16683" x="5411788" y="4002088"/>
          <p14:tracePt t="16700" x="5573713" y="4037013"/>
          <p14:tracePt t="16716" x="5786438" y="4095750"/>
          <p14:tracePt t="16733" x="5989638" y="4130675"/>
          <p14:tracePt t="16749" x="6210300" y="4146550"/>
          <p14:tracePt t="16766" x="6364288" y="4181475"/>
          <p14:tracePt t="16783" x="6473825" y="4181475"/>
          <p14:tracePt t="16783" x="6516688" y="4181475"/>
          <p14:tracePt t="16799" x="6610350" y="4181475"/>
          <p14:tracePt t="16816" x="6686550" y="4181475"/>
          <p14:tracePt t="16832" x="6754813" y="4164013"/>
          <p14:tracePt t="16849" x="6805613" y="4146550"/>
          <p14:tracePt t="16866" x="6881813" y="4146550"/>
          <p14:tracePt t="16867" x="6907213" y="4146550"/>
          <p14:tracePt t="16883" x="7034213" y="4138613"/>
          <p14:tracePt t="16899" x="7170738" y="4121150"/>
          <p14:tracePt t="16916" x="7366000" y="4121150"/>
          <p14:tracePt t="16932" x="7493000" y="4121150"/>
          <p14:tracePt t="16949" x="7545388" y="4121150"/>
          <p14:tracePt t="16966" x="7662863" y="4121150"/>
          <p14:tracePt t="16982" x="7723188" y="4138613"/>
          <p14:tracePt t="16999" x="7773988" y="4138613"/>
          <p14:tracePt t="17016" x="7842250" y="4156075"/>
          <p14:tracePt t="17032" x="7918450" y="4156075"/>
          <p14:tracePt t="17049" x="7986713" y="4164013"/>
          <p14:tracePt t="17065" x="8070850" y="4181475"/>
          <p14:tracePt t="17083" x="8113713" y="4197350"/>
          <p14:tracePt t="17099" x="8164513" y="4206875"/>
          <p14:tracePt t="17116" x="8232775" y="4240213"/>
          <p14:tracePt t="17133" x="8258175" y="4249738"/>
          <p14:tracePt t="17134" x="8275638" y="4249738"/>
          <p14:tracePt t="17149" x="8308975" y="4275138"/>
          <p14:tracePt t="17166" x="8369300" y="4300538"/>
          <p14:tracePt t="17183" x="8402638" y="4316413"/>
          <p14:tracePt t="17183" x="8420100" y="4325938"/>
          <p14:tracePt t="17199" x="8470900" y="4351338"/>
          <p14:tracePt t="17216" x="8513763" y="4368800"/>
          <p14:tracePt t="17232" x="8564563" y="4394200"/>
          <p14:tracePt t="17249" x="8597900" y="4419600"/>
          <p14:tracePt t="17265" x="8658225" y="4445000"/>
          <p14:tracePt t="17282" x="8724900" y="4486275"/>
          <p14:tracePt t="17299" x="8802688" y="4538663"/>
          <p14:tracePt t="17316" x="8853488" y="4572000"/>
          <p14:tracePt t="17333" x="8886825" y="4589463"/>
          <p14:tracePt t="17349" x="8912225" y="4614863"/>
          <p14:tracePt t="17366" x="8929688" y="4622800"/>
          <p14:tracePt t="17366" x="8937625" y="4622800"/>
          <p14:tracePt t="17382" x="8947150" y="4640263"/>
          <p14:tracePt t="17399" x="8972550" y="4657725"/>
          <p14:tracePt t="17416" x="8988425" y="4657725"/>
          <p14:tracePt t="17432" x="8997950" y="4683125"/>
          <p14:tracePt t="17449" x="9023350" y="4683125"/>
          <p14:tracePt t="17465" x="9023350" y="4699000"/>
          <p14:tracePt t="17485" x="9031288" y="4708525"/>
          <p14:tracePt t="17505" x="9048750" y="4708525"/>
          <p14:tracePt t="17526" x="9056688" y="4708525"/>
          <p14:tracePt t="17562" x="9074150" y="4708525"/>
          <p14:tracePt t="21814" x="9064625" y="4708525"/>
          <p14:tracePt t="21829" x="9056688" y="4716463"/>
          <p14:tracePt t="21843" x="9039225" y="4733925"/>
          <p14:tracePt t="21848" x="9031288" y="4733925"/>
          <p14:tracePt t="21865" x="9013825" y="4733925"/>
          <p14:tracePt t="21879" x="9005888" y="4741863"/>
          <p14:tracePt t="21897" x="8997950" y="4759325"/>
          <p14:tracePt t="21913" x="8980488" y="4759325"/>
          <p14:tracePt t="21929" x="8980488" y="4767263"/>
          <p14:tracePt t="21947" x="8972550" y="4784725"/>
          <p14:tracePt t="21968" x="8955088" y="4784725"/>
          <p14:tracePt t="21982" x="8947150" y="4792663"/>
          <p14:tracePt t="22025" x="8937625" y="4792663"/>
          <p14:tracePt t="22187" x="8937625" y="4775200"/>
          <p14:tracePt t="22192" x="8937625" y="4767263"/>
          <p14:tracePt t="22213" x="8937625" y="4749800"/>
          <p14:tracePt t="22221" x="8947150" y="4741863"/>
          <p14:tracePt t="22235" x="8963025" y="4724400"/>
          <p14:tracePt t="22245" x="8972550" y="4716463"/>
          <p14:tracePt t="22262" x="8988425" y="4716463"/>
          <p14:tracePt t="22278" x="9039225" y="4691063"/>
          <p14:tracePt t="22295" x="9056688" y="4665663"/>
          <p14:tracePt t="22313" x="9074150" y="4657725"/>
          <p14:tracePt t="22329" x="9099550" y="4630738"/>
          <p14:tracePt t="22650" x="9175750" y="4630738"/>
          <p14:tracePt t="22663" x="9515475" y="4605338"/>
          <p14:tracePt t="22678" x="9974263" y="4579938"/>
          <p14:tracePt t="22694" x="10399713" y="4538663"/>
          <p14:tracePt t="22712" x="10772775" y="4470400"/>
          <p14:tracePt t="22713" x="10926763" y="4452938"/>
          <p14:tracePt t="22728" x="11104563" y="4435475"/>
          <p14:tracePt t="22745" x="11215688" y="4419600"/>
          <p14:tracePt t="22762" x="11350625" y="4419600"/>
          <p14:tracePt t="22778" x="11477625" y="4419600"/>
          <p14:tracePt t="22797" x="11606213" y="4376738"/>
          <p14:tracePt t="22811" x="11776075" y="4341813"/>
          <p14:tracePt t="22829" x="11920538" y="4308475"/>
          <p14:tracePt t="22846" x="12115800" y="4257675"/>
        </p14:tracePtLst>
      </p14:laserTraceLst>
    </p:ext>
  </p:extLs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6FD"/>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3657600" cy="228600"/>
          </a:xfrm>
          <a:prstGeom prst="rect">
            <a:avLst/>
          </a:prstGeom>
          <a:noFill/>
        </p:spPr>
        <p:txBody>
          <a:bodyPr wrap="square" lIns="27432" tIns="27432" rIns="27432" bIns="27432" anchor="t">
            <a:spAutoFit/>
          </a:bodyPr>
          <a:lstStyle/>
          <a:p>
            <a:pPr algn="l">
              <a:spcAft>
                <a:spcPts val="0"/>
              </a:spcAft>
            </a:pPr>
            <a:r>
              <a:rPr sz="1000" b="1" i="0">
                <a:solidFill>
                  <a:srgbClr val="5B37B4"/>
                </a:solidFill>
                <a:latin typeface="Aptos"/>
              </a:rPr>
              <a:t>03 / DATA &amp; QUALITY</a:t>
            </a:r>
          </a:p>
        </p:txBody>
      </p:sp>
      <p:sp>
        <p:nvSpPr>
          <p:cNvPr id="3" name="TextBox 2"/>
          <p:cNvSpPr txBox="1"/>
          <p:nvPr/>
        </p:nvSpPr>
        <p:spPr>
          <a:xfrm>
            <a:off x="594360" y="658368"/>
            <a:ext cx="10972800" cy="502920"/>
          </a:xfrm>
          <a:prstGeom prst="rect">
            <a:avLst/>
          </a:prstGeom>
          <a:noFill/>
        </p:spPr>
        <p:txBody>
          <a:bodyPr wrap="square" lIns="27432" tIns="27432" rIns="27432" bIns="27432" anchor="t">
            <a:spAutoFit/>
          </a:bodyPr>
          <a:lstStyle/>
          <a:p>
            <a:pPr algn="l">
              <a:spcAft>
                <a:spcPts val="0"/>
              </a:spcAft>
            </a:pPr>
            <a:r>
              <a:rPr sz="2800" b="1" i="0">
                <a:solidFill>
                  <a:srgbClr val="2B1C4F"/>
                </a:solidFill>
                <a:latin typeface="Aptos"/>
              </a:rPr>
              <a:t>Validate the data before interpreting the result</a:t>
            </a:r>
          </a:p>
        </p:txBody>
      </p:sp>
      <p:sp>
        <p:nvSpPr>
          <p:cNvPr id="4" name="TextBox 3"/>
          <p:cNvSpPr txBox="1"/>
          <p:nvPr/>
        </p:nvSpPr>
        <p:spPr>
          <a:xfrm>
            <a:off x="612648" y="1225296"/>
            <a:ext cx="10972800" cy="347472"/>
          </a:xfrm>
          <a:prstGeom prst="rect">
            <a:avLst/>
          </a:prstGeom>
          <a:noFill/>
        </p:spPr>
        <p:txBody>
          <a:bodyPr wrap="square" lIns="27432" tIns="27432" rIns="27432" bIns="27432" anchor="t">
            <a:spAutoFit/>
          </a:bodyPr>
          <a:lstStyle/>
          <a:p>
            <a:pPr algn="l">
              <a:spcAft>
                <a:spcPts val="0"/>
              </a:spcAft>
            </a:pPr>
            <a:r>
              <a:rPr sz="1200" b="0" i="0">
                <a:solidFill>
                  <a:srgbClr val="696376"/>
                </a:solidFill>
                <a:latin typeface="Aptos"/>
              </a:rPr>
              <a:t>Source: ApexPlanet cleaned sales workbook used in Task 3 and Task 4.</a:t>
            </a:r>
          </a:p>
        </p:txBody>
      </p:sp>
      <p:sp>
        <p:nvSpPr>
          <p:cNvPr id="5" name="Rectangle 4"/>
          <p:cNvSpPr/>
          <p:nvPr/>
        </p:nvSpPr>
        <p:spPr>
          <a:xfrm>
            <a:off x="594360" y="6473952"/>
            <a:ext cx="10972800" cy="10972"/>
          </a:xfrm>
          <a:prstGeom prst="rect">
            <a:avLst/>
          </a:prstGeom>
          <a:solidFill>
            <a:srgbClr val="E1D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12648" y="6537960"/>
            <a:ext cx="8046720" cy="164592"/>
          </a:xfrm>
          <a:prstGeom prst="rect">
            <a:avLst/>
          </a:prstGeom>
          <a:noFill/>
        </p:spPr>
        <p:txBody>
          <a:bodyPr wrap="square" lIns="27432" tIns="27432" rIns="27432" bIns="27432" anchor="t">
            <a:spAutoFit/>
          </a:bodyPr>
          <a:lstStyle/>
          <a:p>
            <a:pPr algn="l">
              <a:spcAft>
                <a:spcPts val="0"/>
              </a:spcAft>
            </a:pPr>
            <a:r>
              <a:rPr sz="800" b="0" i="0">
                <a:solidFill>
                  <a:srgbClr val="696376"/>
                </a:solidFill>
                <a:latin typeface="Aptos"/>
              </a:rPr>
              <a:t>APEXPLANET DATA ANALYTICS INTERNSHIP  •  TASK 4</a:t>
            </a:r>
          </a:p>
        </p:txBody>
      </p:sp>
      <p:sp>
        <p:nvSpPr>
          <p:cNvPr id="7" name="TextBox 6"/>
          <p:cNvSpPr txBox="1"/>
          <p:nvPr/>
        </p:nvSpPr>
        <p:spPr>
          <a:xfrm>
            <a:off x="10972800" y="6519672"/>
            <a:ext cx="502920" cy="201168"/>
          </a:xfrm>
          <a:prstGeom prst="rect">
            <a:avLst/>
          </a:prstGeom>
          <a:noFill/>
        </p:spPr>
        <p:txBody>
          <a:bodyPr wrap="square" lIns="27432" tIns="27432" rIns="27432" bIns="27432" anchor="t">
            <a:spAutoFit/>
          </a:bodyPr>
          <a:lstStyle/>
          <a:p>
            <a:pPr algn="r">
              <a:spcAft>
                <a:spcPts val="0"/>
              </a:spcAft>
            </a:pPr>
            <a:r>
              <a:rPr sz="900" b="1" i="0">
                <a:solidFill>
                  <a:srgbClr val="5B37B4"/>
                </a:solidFill>
                <a:latin typeface="Aptos"/>
              </a:rPr>
              <a:t>04</a:t>
            </a:r>
          </a:p>
        </p:txBody>
      </p:sp>
      <p:sp>
        <p:nvSpPr>
          <p:cNvPr id="8" name="Rounded Rectangle 7"/>
          <p:cNvSpPr/>
          <p:nvPr/>
        </p:nvSpPr>
        <p:spPr>
          <a:xfrm>
            <a:off x="731520" y="1783080"/>
            <a:ext cx="2377440" cy="1417320"/>
          </a:xfrm>
          <a:prstGeom prst="roundRect">
            <a:avLst/>
          </a:prstGeom>
          <a:solidFill>
            <a:srgbClr val="FFFFFF"/>
          </a:solidFill>
          <a:ln w="12700">
            <a:solidFill>
              <a:srgbClr val="E1D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1783080"/>
            <a:ext cx="73152" cy="1417320"/>
          </a:xfrm>
          <a:prstGeom prst="rect">
            <a:avLst/>
          </a:prstGeom>
          <a:solidFill>
            <a:srgbClr val="5B3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32688" y="1947672"/>
            <a:ext cx="2011680" cy="274320"/>
          </a:xfrm>
          <a:prstGeom prst="rect">
            <a:avLst/>
          </a:prstGeom>
          <a:noFill/>
        </p:spPr>
        <p:txBody>
          <a:bodyPr wrap="square" lIns="27432" tIns="27432" rIns="27432" bIns="27432" anchor="t">
            <a:spAutoFit/>
          </a:bodyPr>
          <a:lstStyle/>
          <a:p>
            <a:pPr algn="l">
              <a:spcAft>
                <a:spcPts val="0"/>
              </a:spcAft>
            </a:pPr>
            <a:r>
              <a:rPr sz="1100" b="1" i="0">
                <a:solidFill>
                  <a:srgbClr val="696376"/>
                </a:solidFill>
                <a:latin typeface="Aptos"/>
              </a:rPr>
              <a:t>SOURCE ROWS</a:t>
            </a:r>
          </a:p>
        </p:txBody>
      </p:sp>
      <p:sp>
        <p:nvSpPr>
          <p:cNvPr id="11" name="TextBox 10"/>
          <p:cNvSpPr txBox="1"/>
          <p:nvPr/>
        </p:nvSpPr>
        <p:spPr>
          <a:xfrm>
            <a:off x="932688" y="2295144"/>
            <a:ext cx="2011680" cy="475488"/>
          </a:xfrm>
          <a:prstGeom prst="rect">
            <a:avLst/>
          </a:prstGeom>
          <a:noFill/>
        </p:spPr>
        <p:txBody>
          <a:bodyPr wrap="square" lIns="27432" tIns="27432" rIns="27432" bIns="27432" anchor="t">
            <a:spAutoFit/>
          </a:bodyPr>
          <a:lstStyle/>
          <a:p>
            <a:pPr algn="l">
              <a:spcAft>
                <a:spcPts val="0"/>
              </a:spcAft>
            </a:pPr>
            <a:r>
              <a:rPr sz="2400" b="1" i="0">
                <a:solidFill>
                  <a:srgbClr val="2B1C4F"/>
                </a:solidFill>
                <a:latin typeface="Aptos"/>
              </a:rPr>
              <a:t>1,000</a:t>
            </a:r>
          </a:p>
        </p:txBody>
      </p:sp>
      <p:sp>
        <p:nvSpPr>
          <p:cNvPr id="12" name="TextBox 11"/>
          <p:cNvSpPr txBox="1"/>
          <p:nvPr/>
        </p:nvSpPr>
        <p:spPr>
          <a:xfrm>
            <a:off x="932688" y="2807208"/>
            <a:ext cx="2011680" cy="320040"/>
          </a:xfrm>
          <a:prstGeom prst="rect">
            <a:avLst/>
          </a:prstGeom>
          <a:noFill/>
        </p:spPr>
        <p:txBody>
          <a:bodyPr wrap="square" lIns="27432" tIns="27432" rIns="27432" bIns="27432" anchor="t">
            <a:spAutoFit/>
          </a:bodyPr>
          <a:lstStyle/>
          <a:p>
            <a:pPr algn="l">
              <a:spcAft>
                <a:spcPts val="0"/>
              </a:spcAft>
            </a:pPr>
            <a:r>
              <a:rPr sz="1000" b="0" i="0">
                <a:solidFill>
                  <a:srgbClr val="696376"/>
                </a:solidFill>
                <a:latin typeface="Aptos"/>
              </a:rPr>
              <a:t>13 columns loaded</a:t>
            </a:r>
          </a:p>
        </p:txBody>
      </p:sp>
      <p:sp>
        <p:nvSpPr>
          <p:cNvPr id="13" name="Rounded Rectangle 12"/>
          <p:cNvSpPr/>
          <p:nvPr/>
        </p:nvSpPr>
        <p:spPr>
          <a:xfrm>
            <a:off x="3246120" y="1783080"/>
            <a:ext cx="2377440" cy="1417320"/>
          </a:xfrm>
          <a:prstGeom prst="roundRect">
            <a:avLst/>
          </a:prstGeom>
          <a:solidFill>
            <a:srgbClr val="FFFFFF"/>
          </a:solidFill>
          <a:ln w="12700">
            <a:solidFill>
              <a:srgbClr val="E1D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246120" y="1783080"/>
            <a:ext cx="73152" cy="1417320"/>
          </a:xfrm>
          <a:prstGeom prst="rect">
            <a:avLst/>
          </a:prstGeom>
          <a:solidFill>
            <a:srgbClr val="8462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47288" y="1947672"/>
            <a:ext cx="2011680" cy="274320"/>
          </a:xfrm>
          <a:prstGeom prst="rect">
            <a:avLst/>
          </a:prstGeom>
          <a:noFill/>
        </p:spPr>
        <p:txBody>
          <a:bodyPr wrap="square" lIns="27432" tIns="27432" rIns="27432" bIns="27432" anchor="t">
            <a:spAutoFit/>
          </a:bodyPr>
          <a:lstStyle/>
          <a:p>
            <a:pPr algn="l">
              <a:spcAft>
                <a:spcPts val="0"/>
              </a:spcAft>
            </a:pPr>
            <a:r>
              <a:rPr sz="1100" b="1" i="0">
                <a:solidFill>
                  <a:srgbClr val="696376"/>
                </a:solidFill>
                <a:latin typeface="Aptos"/>
              </a:rPr>
              <a:t>UNIQUE CUSTOMERS</a:t>
            </a:r>
          </a:p>
        </p:txBody>
      </p:sp>
      <p:sp>
        <p:nvSpPr>
          <p:cNvPr id="16" name="TextBox 15"/>
          <p:cNvSpPr txBox="1"/>
          <p:nvPr/>
        </p:nvSpPr>
        <p:spPr>
          <a:xfrm>
            <a:off x="3447288" y="2295144"/>
            <a:ext cx="2011680" cy="475488"/>
          </a:xfrm>
          <a:prstGeom prst="rect">
            <a:avLst/>
          </a:prstGeom>
          <a:noFill/>
        </p:spPr>
        <p:txBody>
          <a:bodyPr wrap="square" lIns="27432" tIns="27432" rIns="27432" bIns="27432" anchor="t">
            <a:spAutoFit/>
          </a:bodyPr>
          <a:lstStyle/>
          <a:p>
            <a:pPr algn="l">
              <a:spcAft>
                <a:spcPts val="0"/>
              </a:spcAft>
            </a:pPr>
            <a:r>
              <a:rPr sz="2400" b="1" i="0">
                <a:solidFill>
                  <a:srgbClr val="2B1C4F"/>
                </a:solidFill>
                <a:latin typeface="Aptos"/>
              </a:rPr>
              <a:t>947</a:t>
            </a:r>
          </a:p>
        </p:txBody>
      </p:sp>
      <p:sp>
        <p:nvSpPr>
          <p:cNvPr id="17" name="TextBox 16"/>
          <p:cNvSpPr txBox="1"/>
          <p:nvPr/>
        </p:nvSpPr>
        <p:spPr>
          <a:xfrm>
            <a:off x="3447288" y="2807208"/>
            <a:ext cx="2011680" cy="320040"/>
          </a:xfrm>
          <a:prstGeom prst="rect">
            <a:avLst/>
          </a:prstGeom>
          <a:noFill/>
        </p:spPr>
        <p:txBody>
          <a:bodyPr wrap="square" lIns="27432" tIns="27432" rIns="27432" bIns="27432" anchor="t">
            <a:spAutoFit/>
          </a:bodyPr>
          <a:lstStyle/>
          <a:p>
            <a:pPr algn="l">
              <a:spcAft>
                <a:spcPts val="0"/>
              </a:spcAft>
            </a:pPr>
            <a:r>
              <a:rPr sz="1000" b="0" i="0">
                <a:solidFill>
                  <a:srgbClr val="696376"/>
                </a:solidFill>
                <a:latin typeface="Aptos"/>
              </a:rPr>
              <a:t>Customer_ID count</a:t>
            </a:r>
          </a:p>
        </p:txBody>
      </p:sp>
      <p:sp>
        <p:nvSpPr>
          <p:cNvPr id="18" name="Rounded Rectangle 17"/>
          <p:cNvSpPr/>
          <p:nvPr/>
        </p:nvSpPr>
        <p:spPr>
          <a:xfrm>
            <a:off x="5760720" y="1783080"/>
            <a:ext cx="2377440" cy="1417320"/>
          </a:xfrm>
          <a:prstGeom prst="roundRect">
            <a:avLst/>
          </a:prstGeom>
          <a:solidFill>
            <a:srgbClr val="FFFFFF"/>
          </a:solidFill>
          <a:ln w="12700">
            <a:solidFill>
              <a:srgbClr val="E1D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760720" y="1783080"/>
            <a:ext cx="73152" cy="1417320"/>
          </a:xfrm>
          <a:prstGeom prst="rect">
            <a:avLst/>
          </a:prstGeom>
          <a:solidFill>
            <a:srgbClr val="A86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61888" y="1947672"/>
            <a:ext cx="2011680" cy="274320"/>
          </a:xfrm>
          <a:prstGeom prst="rect">
            <a:avLst/>
          </a:prstGeom>
          <a:noFill/>
        </p:spPr>
        <p:txBody>
          <a:bodyPr wrap="square" lIns="27432" tIns="27432" rIns="27432" bIns="27432" anchor="t">
            <a:spAutoFit/>
          </a:bodyPr>
          <a:lstStyle/>
          <a:p>
            <a:pPr algn="l">
              <a:spcAft>
                <a:spcPts val="0"/>
              </a:spcAft>
            </a:pPr>
            <a:r>
              <a:rPr sz="1100" b="1" i="0">
                <a:solidFill>
                  <a:srgbClr val="696376"/>
                </a:solidFill>
                <a:latin typeface="Aptos"/>
              </a:rPr>
              <a:t>UNIQUE ORDER IDS</a:t>
            </a:r>
          </a:p>
        </p:txBody>
      </p:sp>
      <p:sp>
        <p:nvSpPr>
          <p:cNvPr id="21" name="TextBox 20"/>
          <p:cNvSpPr txBox="1"/>
          <p:nvPr/>
        </p:nvSpPr>
        <p:spPr>
          <a:xfrm>
            <a:off x="5961888" y="2295144"/>
            <a:ext cx="2011680" cy="475488"/>
          </a:xfrm>
          <a:prstGeom prst="rect">
            <a:avLst/>
          </a:prstGeom>
          <a:noFill/>
        </p:spPr>
        <p:txBody>
          <a:bodyPr wrap="square" lIns="27432" tIns="27432" rIns="27432" bIns="27432" anchor="t">
            <a:spAutoFit/>
          </a:bodyPr>
          <a:lstStyle/>
          <a:p>
            <a:pPr algn="l">
              <a:spcAft>
                <a:spcPts val="0"/>
              </a:spcAft>
            </a:pPr>
            <a:r>
              <a:rPr sz="2400" b="1" i="0">
                <a:solidFill>
                  <a:srgbClr val="2B1C4F"/>
                </a:solidFill>
                <a:latin typeface="Aptos"/>
              </a:rPr>
              <a:t>992</a:t>
            </a:r>
          </a:p>
        </p:txBody>
      </p:sp>
      <p:sp>
        <p:nvSpPr>
          <p:cNvPr id="22" name="TextBox 21"/>
          <p:cNvSpPr txBox="1"/>
          <p:nvPr/>
        </p:nvSpPr>
        <p:spPr>
          <a:xfrm>
            <a:off x="5961888" y="2807208"/>
            <a:ext cx="2011680" cy="320040"/>
          </a:xfrm>
          <a:prstGeom prst="rect">
            <a:avLst/>
          </a:prstGeom>
          <a:noFill/>
        </p:spPr>
        <p:txBody>
          <a:bodyPr wrap="square" lIns="27432" tIns="27432" rIns="27432" bIns="27432" anchor="t">
            <a:spAutoFit/>
          </a:bodyPr>
          <a:lstStyle/>
          <a:p>
            <a:pPr algn="l">
              <a:spcAft>
                <a:spcPts val="0"/>
              </a:spcAft>
            </a:pPr>
            <a:r>
              <a:rPr sz="1000" b="0" i="0">
                <a:solidFill>
                  <a:srgbClr val="696376"/>
                </a:solidFill>
                <a:latin typeface="Aptos"/>
              </a:rPr>
              <a:t>One ID repeated across 9 rows</a:t>
            </a:r>
          </a:p>
        </p:txBody>
      </p:sp>
      <p:sp>
        <p:nvSpPr>
          <p:cNvPr id="23" name="Rounded Rectangle 22"/>
          <p:cNvSpPr/>
          <p:nvPr/>
        </p:nvSpPr>
        <p:spPr>
          <a:xfrm>
            <a:off x="8275320" y="1783080"/>
            <a:ext cx="2971800" cy="1417320"/>
          </a:xfrm>
          <a:prstGeom prst="roundRect">
            <a:avLst/>
          </a:prstGeom>
          <a:solidFill>
            <a:srgbClr val="FFFFFF"/>
          </a:solidFill>
          <a:ln w="12700">
            <a:solidFill>
              <a:srgbClr val="E1D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275320" y="1783080"/>
            <a:ext cx="73152" cy="1417320"/>
          </a:xfrm>
          <a:prstGeom prst="rect">
            <a:avLst/>
          </a:prstGeom>
          <a:solidFill>
            <a:srgbClr val="5B3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476488" y="1947672"/>
            <a:ext cx="2606040" cy="274320"/>
          </a:xfrm>
          <a:prstGeom prst="rect">
            <a:avLst/>
          </a:prstGeom>
          <a:noFill/>
        </p:spPr>
        <p:txBody>
          <a:bodyPr wrap="square" lIns="27432" tIns="27432" rIns="27432" bIns="27432" anchor="t">
            <a:spAutoFit/>
          </a:bodyPr>
          <a:lstStyle/>
          <a:p>
            <a:pPr algn="l">
              <a:spcAft>
                <a:spcPts val="0"/>
              </a:spcAft>
            </a:pPr>
            <a:r>
              <a:rPr sz="1100" b="1" i="0">
                <a:solidFill>
                  <a:srgbClr val="696376"/>
                </a:solidFill>
                <a:latin typeface="Aptos"/>
              </a:rPr>
              <a:t>GENDER INCONSISTENCY</a:t>
            </a:r>
          </a:p>
        </p:txBody>
      </p:sp>
      <p:sp>
        <p:nvSpPr>
          <p:cNvPr id="26" name="TextBox 25"/>
          <p:cNvSpPr txBox="1"/>
          <p:nvPr/>
        </p:nvSpPr>
        <p:spPr>
          <a:xfrm>
            <a:off x="8476488" y="2295144"/>
            <a:ext cx="2606040" cy="475488"/>
          </a:xfrm>
          <a:prstGeom prst="rect">
            <a:avLst/>
          </a:prstGeom>
          <a:noFill/>
        </p:spPr>
        <p:txBody>
          <a:bodyPr wrap="square" lIns="27432" tIns="27432" rIns="27432" bIns="27432" anchor="t">
            <a:spAutoFit/>
          </a:bodyPr>
          <a:lstStyle/>
          <a:p>
            <a:pPr algn="l">
              <a:spcAft>
                <a:spcPts val="0"/>
              </a:spcAft>
            </a:pPr>
            <a:r>
              <a:rPr sz="2400" b="1" i="0">
                <a:solidFill>
                  <a:srgbClr val="2B1C4F"/>
                </a:solidFill>
                <a:latin typeface="Aptos"/>
              </a:rPr>
              <a:t>34</a:t>
            </a:r>
          </a:p>
        </p:txBody>
      </p:sp>
      <p:sp>
        <p:nvSpPr>
          <p:cNvPr id="27" name="TextBox 26"/>
          <p:cNvSpPr txBox="1"/>
          <p:nvPr/>
        </p:nvSpPr>
        <p:spPr>
          <a:xfrm>
            <a:off x="8476488" y="2807208"/>
            <a:ext cx="2606040" cy="320040"/>
          </a:xfrm>
          <a:prstGeom prst="rect">
            <a:avLst/>
          </a:prstGeom>
          <a:noFill/>
        </p:spPr>
        <p:txBody>
          <a:bodyPr wrap="square" lIns="27432" tIns="27432" rIns="27432" bIns="27432" anchor="t">
            <a:spAutoFit/>
          </a:bodyPr>
          <a:lstStyle/>
          <a:p>
            <a:pPr algn="l">
              <a:spcAft>
                <a:spcPts val="0"/>
              </a:spcAft>
            </a:pPr>
            <a:r>
              <a:rPr sz="1000" b="0" i="0">
                <a:solidFill>
                  <a:srgbClr val="696376"/>
                </a:solidFill>
                <a:latin typeface="Aptos"/>
              </a:rPr>
              <a:t>Customers excluded from test</a:t>
            </a:r>
          </a:p>
        </p:txBody>
      </p:sp>
      <p:sp>
        <p:nvSpPr>
          <p:cNvPr id="28" name="Rounded Rectangle 27"/>
          <p:cNvSpPr/>
          <p:nvPr/>
        </p:nvSpPr>
        <p:spPr>
          <a:xfrm>
            <a:off x="731520" y="3657600"/>
            <a:ext cx="10515600" cy="1508760"/>
          </a:xfrm>
          <a:prstGeom prst="roundRect">
            <a:avLst/>
          </a:prstGeom>
          <a:solidFill>
            <a:srgbClr val="FFFFFF"/>
          </a:solidFill>
          <a:ln w="12700">
            <a:solidFill>
              <a:srgbClr val="E1D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87552" y="3886200"/>
            <a:ext cx="2743200" cy="228600"/>
          </a:xfrm>
          <a:prstGeom prst="rect">
            <a:avLst/>
          </a:prstGeom>
          <a:noFill/>
        </p:spPr>
        <p:txBody>
          <a:bodyPr wrap="square" lIns="27432" tIns="27432" rIns="27432" bIns="27432" anchor="t">
            <a:spAutoFit/>
          </a:bodyPr>
          <a:lstStyle/>
          <a:p>
            <a:pPr algn="l">
              <a:spcAft>
                <a:spcPts val="0"/>
              </a:spcAft>
            </a:pPr>
            <a:r>
              <a:rPr sz="1000" b="1" i="0">
                <a:solidFill>
                  <a:srgbClr val="5B37B4"/>
                </a:solidFill>
                <a:latin typeface="Aptos"/>
              </a:rPr>
              <a:t>QUALITY CHECKS COMPLETED</a:t>
            </a:r>
          </a:p>
        </p:txBody>
      </p:sp>
      <p:sp>
        <p:nvSpPr>
          <p:cNvPr id="30" name="Oval 29"/>
          <p:cNvSpPr/>
          <p:nvPr/>
        </p:nvSpPr>
        <p:spPr>
          <a:xfrm>
            <a:off x="987552" y="4361688"/>
            <a:ext cx="109728" cy="109728"/>
          </a:xfrm>
          <a:prstGeom prst="ellipse">
            <a:avLst/>
          </a:prstGeom>
          <a:solidFill>
            <a:srgbClr val="5B3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243584" y="4251960"/>
            <a:ext cx="9573768" cy="502920"/>
          </a:xfrm>
          <a:prstGeom prst="rect">
            <a:avLst/>
          </a:prstGeom>
          <a:noFill/>
        </p:spPr>
        <p:txBody>
          <a:bodyPr wrap="square" lIns="27432" tIns="27432" rIns="27432" bIns="27432" anchor="t">
            <a:spAutoFit/>
          </a:bodyPr>
          <a:lstStyle/>
          <a:p>
            <a:pPr algn="l">
              <a:spcAft>
                <a:spcPts val="0"/>
              </a:spcAft>
            </a:pPr>
            <a:r>
              <a:rPr sz="1200" b="0" i="0">
                <a:solidFill>
                  <a:srgbClr val="272330"/>
                </a:solidFill>
                <a:latin typeface="Aptos"/>
              </a:rPr>
              <a:t>No missing values in the required analysis fields: Order_ID, Customer_ID, Gender, Total_Sales.</a:t>
            </a:r>
          </a:p>
        </p:txBody>
      </p:sp>
      <p:sp>
        <p:nvSpPr>
          <p:cNvPr id="32" name="Oval 31"/>
          <p:cNvSpPr/>
          <p:nvPr/>
        </p:nvSpPr>
        <p:spPr>
          <a:xfrm>
            <a:off x="987552" y="4871212"/>
            <a:ext cx="109728" cy="109728"/>
          </a:xfrm>
          <a:prstGeom prst="ellipse">
            <a:avLst/>
          </a:prstGeom>
          <a:solidFill>
            <a:srgbClr val="5B3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243584" y="4761484"/>
            <a:ext cx="9573768" cy="502920"/>
          </a:xfrm>
          <a:prstGeom prst="rect">
            <a:avLst/>
          </a:prstGeom>
          <a:noFill/>
        </p:spPr>
        <p:txBody>
          <a:bodyPr wrap="square" lIns="27432" tIns="27432" rIns="27432" bIns="27432" anchor="t">
            <a:spAutoFit/>
          </a:bodyPr>
          <a:lstStyle/>
          <a:p>
            <a:pPr algn="l">
              <a:spcAft>
                <a:spcPts val="0"/>
              </a:spcAft>
            </a:pPr>
            <a:r>
              <a:rPr sz="1200" b="0" i="0">
                <a:solidFill>
                  <a:srgbClr val="272330"/>
                </a:solidFill>
                <a:latin typeface="Aptos"/>
              </a:rPr>
              <a:t>One Order_ID (ORD100050) appears in nine rows, each linked to a different transaction and customer.</a:t>
            </a:r>
          </a:p>
        </p:txBody>
      </p:sp>
      <p:sp>
        <p:nvSpPr>
          <p:cNvPr id="34" name="Oval 33"/>
          <p:cNvSpPr/>
          <p:nvPr/>
        </p:nvSpPr>
        <p:spPr>
          <a:xfrm>
            <a:off x="987552" y="5380736"/>
            <a:ext cx="109728" cy="109728"/>
          </a:xfrm>
          <a:prstGeom prst="ellipse">
            <a:avLst/>
          </a:prstGeom>
          <a:solidFill>
            <a:srgbClr val="5B3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243584" y="5271008"/>
            <a:ext cx="9573768" cy="502920"/>
          </a:xfrm>
          <a:prstGeom prst="rect">
            <a:avLst/>
          </a:prstGeom>
          <a:noFill/>
        </p:spPr>
        <p:txBody>
          <a:bodyPr wrap="square" lIns="27432" tIns="27432" rIns="27432" bIns="27432" anchor="t">
            <a:spAutoFit/>
          </a:bodyPr>
          <a:lstStyle/>
          <a:p>
            <a:pPr algn="l">
              <a:spcAft>
                <a:spcPts val="0"/>
              </a:spcAft>
            </a:pPr>
            <a:r>
              <a:rPr sz="1200" b="0" i="0">
                <a:solidFill>
                  <a:srgbClr val="272330"/>
                </a:solidFill>
                <a:latin typeface="Aptos"/>
              </a:rPr>
              <a:t>The nine rows were retained in the primary analysis; the identifier anomaly alone did not justify deletion.</a:t>
            </a:r>
          </a:p>
        </p:txBody>
      </p:sp>
      <p:sp>
        <p:nvSpPr>
          <p:cNvPr id="36" name="TextBox 35"/>
          <p:cNvSpPr txBox="1"/>
          <p:nvPr/>
        </p:nvSpPr>
        <p:spPr>
          <a:xfrm>
            <a:off x="777240" y="5760720"/>
            <a:ext cx="10698480" cy="320040"/>
          </a:xfrm>
          <a:prstGeom prst="rect">
            <a:avLst/>
          </a:prstGeom>
          <a:noFill/>
        </p:spPr>
        <p:txBody>
          <a:bodyPr wrap="square" lIns="27432" tIns="27432" rIns="27432" bIns="27432" anchor="t">
            <a:spAutoFit/>
          </a:bodyPr>
          <a:lstStyle/>
          <a:p>
            <a:pPr algn="l">
              <a:spcAft>
                <a:spcPts val="0"/>
              </a:spcAft>
            </a:pPr>
            <a:r>
              <a:rPr sz="1100" b="1" i="0">
                <a:solidFill>
                  <a:srgbClr val="A86F18"/>
                </a:solidFill>
                <a:latin typeface="Aptos"/>
              </a:rPr>
              <a:t>Data limitation: the dataset’s currency and the business meaning of Order_ID were not independently verified.</a:t>
            </a:r>
          </a:p>
        </p:txBody>
      </p:sp>
      <p:pic>
        <p:nvPicPr>
          <p:cNvPr id="38" name="Picture 37">
            <a:extLst>
              <a:ext uri="{FF2B5EF4-FFF2-40B4-BE49-F238E27FC236}">
                <a16:creationId xmlns:a16="http://schemas.microsoft.com/office/drawing/2014/main" id="{530C089A-3001-625E-6645-C2237E81A801}"/>
              </a:ext>
            </a:extLst>
          </p:cNvPr>
          <p:cNvPicPr>
            <a:picLocks noChangeAspect="1"/>
          </p:cNvPicPr>
          <p:nvPr/>
        </p:nvPicPr>
        <p:blipFill>
          <a:blip r:embed="rId3"/>
          <a:stretch>
            <a:fillRect/>
          </a:stretch>
        </p:blipFill>
        <p:spPr>
          <a:xfrm>
            <a:off x="9703721" y="3894926"/>
            <a:ext cx="1269079" cy="1015263"/>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32862">
        <p159:morph option="byObject"/>
      </p:transition>
    </mc:Choice>
    <mc:Fallback>
      <p:transition spd="slow" advTm="32862">
        <p:fade/>
      </p:transition>
    </mc:Fallback>
  </mc:AlternateContent>
  <p:extLst>
    <p:ext uri="{3A86A75C-4F4B-4683-9AE1-C65F6400EC91}">
      <p14:laserTraceLst xmlns:p14="http://schemas.microsoft.com/office/powerpoint/2010/main">
        <p14:tracePtLst>
          <p14:tracePt t="23" x="11596688" y="3560763"/>
          <p14:tracePt t="32" x="11555413" y="3560763"/>
          <p14:tracePt t="50" x="11461750" y="3560763"/>
          <p14:tracePt t="69" x="11376025" y="3560763"/>
          <p14:tracePt t="83" x="11307763" y="3560763"/>
          <p14:tracePt t="100" x="11249025" y="3560763"/>
          <p14:tracePt t="102" x="11241088" y="3560763"/>
          <p14:tracePt t="118" x="11163300" y="3560763"/>
          <p14:tracePt t="133" x="11079163" y="3552825"/>
          <p14:tracePt t="151" x="10985500" y="3552825"/>
          <p14:tracePt t="153" x="10960100" y="3552825"/>
          <p14:tracePt t="167" x="10833100" y="3535363"/>
          <p14:tracePt t="184" x="10721975" y="3535363"/>
          <p14:tracePt t="186" x="10688638" y="3535363"/>
          <p14:tracePt t="199" x="10577513" y="3517900"/>
          <p14:tracePt t="216" x="10467975" y="3517900"/>
          <p14:tracePt t="234" x="10399713" y="3502025"/>
          <p14:tracePt t="236" x="10348913" y="3502025"/>
          <p14:tracePt t="249" x="10306050" y="3502025"/>
          <p14:tracePt t="267" x="10204450" y="3502025"/>
          <p14:tracePt t="284" x="10093325" y="3502025"/>
          <p14:tracePt t="300" x="9999663" y="3502025"/>
          <p14:tracePt t="317" x="9940925" y="3502025"/>
          <p14:tracePt t="319" x="9915525" y="3502025"/>
          <p14:tracePt t="333" x="9890125" y="3502025"/>
          <p14:tracePt t="336" x="9864725" y="3502025"/>
          <p14:tracePt t="350" x="9821863" y="3502025"/>
          <p14:tracePt t="368" x="9753600" y="3502025"/>
          <p14:tracePt t="382" x="9745663" y="3502025"/>
          <p14:tracePt t="383" x="9720263" y="3502025"/>
          <p14:tracePt t="398" x="9677400" y="3517900"/>
          <p14:tracePt t="416" x="9634538" y="3527425"/>
          <p14:tracePt t="432" x="9609138" y="3543300"/>
          <p14:tracePt t="450" x="9583738" y="3543300"/>
          <p14:tracePt t="452" x="9566275" y="3543300"/>
          <p14:tracePt t="468" x="9515475" y="3552825"/>
          <p14:tracePt t="483" x="9482138" y="3552825"/>
          <p14:tracePt t="499" x="9439275" y="3568700"/>
          <p14:tracePt t="517" x="9371013" y="3586163"/>
          <p14:tracePt t="533" x="9337675" y="3586163"/>
          <p14:tracePt t="551" x="9286875" y="3586163"/>
          <p14:tracePt t="565" x="9261475" y="3586163"/>
          <p14:tracePt t="567" x="9226550" y="3586163"/>
          <p14:tracePt t="583" x="9193213" y="3586163"/>
          <p14:tracePt t="585" x="9175750" y="3586163"/>
          <p14:tracePt t="601" x="9142413" y="3586163"/>
          <p14:tracePt t="616" x="9107488" y="3586163"/>
          <p14:tracePt t="633" x="9082088" y="3594100"/>
          <p14:tracePt t="635" x="9056688" y="3594100"/>
          <p14:tracePt t="650" x="9039225" y="3594100"/>
          <p14:tracePt t="666" x="9005888" y="3594100"/>
          <p14:tracePt t="682" x="8980488" y="3594100"/>
          <p14:tracePt t="699" x="8947150" y="3594100"/>
          <p14:tracePt t="717" x="8921750" y="3594100"/>
          <p14:tracePt t="719" x="8904288" y="3594100"/>
          <p14:tracePt t="733" x="8894763" y="3594100"/>
          <p14:tracePt t="749" x="8853488" y="3611563"/>
          <p14:tracePt t="766" x="8836025" y="3611563"/>
          <p14:tracePt t="783" x="8810625" y="3611563"/>
          <p14:tracePt t="800" x="8785225" y="3611563"/>
          <p14:tracePt t="816" x="8767763" y="3611563"/>
          <p14:tracePt t="833" x="8734425" y="3611563"/>
          <p14:tracePt t="849" x="8724900" y="3611563"/>
          <p14:tracePt t="867" x="8691563" y="3611563"/>
          <p14:tracePt t="882" x="8674100" y="3611563"/>
          <p14:tracePt t="900" x="8648700" y="3611563"/>
          <p14:tracePt t="916" x="8640763" y="3611563"/>
          <p14:tracePt t="933" x="8615363" y="3611563"/>
          <p14:tracePt t="949" x="8605838" y="3611563"/>
          <p14:tracePt t="951" x="8589963" y="3611563"/>
          <p14:tracePt t="965" x="8580438" y="3611563"/>
          <p14:tracePt t="982" x="8555038" y="3611563"/>
          <p14:tracePt t="1000" x="8529638" y="3611563"/>
          <p14:tracePt t="1071" x="8453438" y="3611563"/>
          <p14:tracePt t="1091" x="8445500" y="3611563"/>
          <p14:tracePt t="1098" x="8428038" y="3611563"/>
          <p14:tracePt t="1115" x="8420100" y="3611563"/>
          <p14:tracePt t="1133" x="8410575" y="3611563"/>
          <p14:tracePt t="1150" x="8394700" y="3611563"/>
          <p14:tracePt t="1167" x="8385175" y="3611563"/>
          <p14:tracePt t="1183" x="8369300" y="3611563"/>
          <p14:tracePt t="1198" x="8351838" y="3611563"/>
          <p14:tracePt t="1216" x="8334375" y="3611563"/>
          <p14:tracePt t="1232" x="8308975" y="3611563"/>
          <p14:tracePt t="1249" x="8301038" y="3611563"/>
          <p14:tracePt t="1267" x="8250238" y="3611563"/>
          <p14:tracePt t="1282" x="8224838" y="3611563"/>
          <p14:tracePt t="1299" x="8199438" y="3611563"/>
          <p14:tracePt t="1302" x="8189913" y="3611563"/>
          <p14:tracePt t="1317" x="8147050" y="3611563"/>
          <p14:tracePt t="1332" x="8113713" y="3611563"/>
          <p14:tracePt t="1350" x="8045450" y="3636963"/>
          <p14:tracePt t="1365" x="8020050" y="3629025"/>
          <p14:tracePt t="1382" x="7935913" y="3646488"/>
          <p14:tracePt t="1400" x="7850188" y="3646488"/>
          <p14:tracePt t="1415" x="7816850" y="3662363"/>
          <p14:tracePt t="1432" x="7756525" y="3662363"/>
          <p14:tracePt t="1449" x="7662863" y="3679825"/>
          <p14:tracePt t="1465" x="7535863" y="3679825"/>
          <p14:tracePt t="1484" x="7119938" y="3679825"/>
          <p14:tracePt t="1498" x="6770688" y="3679825"/>
          <p14:tracePt t="1515" x="6430963" y="3697288"/>
          <p14:tracePt t="1534" x="6024563" y="3722688"/>
          <p14:tracePt t="1549" x="5819775" y="3722688"/>
          <p14:tracePt t="1565" x="5591175" y="3713163"/>
          <p14:tracePt t="1583" x="5157788" y="3687763"/>
          <p14:tracePt t="1598" x="4919663" y="3646488"/>
          <p14:tracePt t="1615" x="4808538" y="3619500"/>
          <p14:tracePt t="1617" x="4740275" y="3603625"/>
          <p14:tracePt t="1632" x="4630738" y="3568700"/>
          <p14:tracePt t="1650" x="4519613" y="3535363"/>
          <p14:tracePt t="1652" x="4468813" y="3517900"/>
          <p14:tracePt t="1665" x="4443413" y="3517900"/>
          <p14:tracePt t="1682" x="4341813" y="3484563"/>
          <p14:tracePt t="1699" x="4291013" y="3475038"/>
          <p14:tracePt t="1701" x="4256088" y="3459163"/>
          <p14:tracePt t="1716" x="4179888" y="3441700"/>
          <p14:tracePt t="1732" x="4111625" y="3433763"/>
          <p14:tracePt t="1749" x="4035425" y="3398838"/>
          <p14:tracePt t="1751" x="4002088" y="3382963"/>
          <p14:tracePt t="1765" x="3976688" y="3382963"/>
          <p14:tracePt t="1767" x="3933825" y="3365500"/>
          <p14:tracePt t="1781" x="3857625" y="3355975"/>
          <p14:tracePt t="1799" x="3789363" y="3314700"/>
          <p14:tracePt t="1815" x="3729038" y="3279775"/>
          <p14:tracePt t="1831" x="3670300" y="3263900"/>
          <p14:tracePt t="1849" x="3586163" y="3221038"/>
          <p14:tracePt t="1865" x="3543300" y="3211513"/>
          <p14:tracePt t="1883" x="3475038" y="3170238"/>
          <p14:tracePt t="1899" x="3449638" y="3160713"/>
          <p14:tracePt t="1915" x="3441700" y="3144838"/>
          <p14:tracePt t="1931" x="3398838" y="3135313"/>
          <p14:tracePt t="1949" x="3363913" y="3109913"/>
          <p14:tracePt t="1965" x="3348038" y="3094038"/>
          <p14:tracePt t="1968" x="3338513" y="3094038"/>
          <p14:tracePt t="1983" x="3313113" y="3067050"/>
          <p14:tracePt t="1998" x="3287713" y="3059113"/>
          <p14:tracePt t="2015" x="3262313" y="3041650"/>
          <p14:tracePt t="2017" x="3254375" y="3041650"/>
          <p14:tracePt t="2031" x="3228975" y="3025775"/>
          <p14:tracePt t="2049" x="3186113" y="3000375"/>
          <p14:tracePt t="2052" x="3178175" y="3000375"/>
          <p14:tracePt t="2064" x="3160713" y="2982913"/>
          <p14:tracePt t="2082" x="3127375" y="2957513"/>
          <p14:tracePt t="2098" x="3100388" y="2932113"/>
          <p14:tracePt t="2116" x="3074988" y="2906713"/>
          <p14:tracePt t="2131" x="3049588" y="2897188"/>
          <p14:tracePt t="2149" x="3033713" y="2871788"/>
          <p14:tracePt t="2164" x="3016250" y="2863850"/>
          <p14:tracePt t="2181" x="3008313" y="2863850"/>
          <p14:tracePt t="2199" x="2990850" y="2863850"/>
          <p14:tracePt t="2219" x="2982913" y="2863850"/>
          <p14:tracePt t="2249" x="2965450" y="2863850"/>
          <p14:tracePt t="2268" x="2955925" y="2846388"/>
          <p14:tracePt t="2275" x="2947988" y="2846388"/>
          <p14:tracePt t="2282" x="2930525" y="2846388"/>
          <p14:tracePt t="2298" x="2922588" y="2838450"/>
          <p14:tracePt t="2315" x="2905125" y="2838450"/>
          <p14:tracePt t="2330" x="2897188" y="2838450"/>
          <p14:tracePt t="2348" x="2879725" y="2820988"/>
          <p14:tracePt t="2367" x="2863850" y="2820988"/>
          <p14:tracePt t="2388" x="2863850" y="2813050"/>
          <p14:tracePt t="2402" x="2846388" y="2813050"/>
          <p14:tracePt t="2431" x="2838450" y="2805113"/>
          <p14:tracePt t="2444" x="2820988" y="2787650"/>
          <p14:tracePt t="2451" x="2820988" y="2795588"/>
          <p14:tracePt t="2465" x="2811463" y="2787650"/>
          <p14:tracePt t="2481" x="2795588" y="2762250"/>
          <p14:tracePt t="2499" x="2778125" y="2752725"/>
          <p14:tracePt t="2501" x="2760663" y="2736850"/>
          <p14:tracePt t="2514" x="2752725" y="2727325"/>
          <p14:tracePt t="2515" x="2735263" y="2711450"/>
          <p14:tracePt t="2531" x="2709863" y="2693988"/>
          <p14:tracePt t="2548" x="2676525" y="2651125"/>
          <p14:tracePt t="2565" x="2641600" y="2617788"/>
          <p14:tracePt t="2581" x="2616200" y="2582863"/>
          <p14:tracePt t="2583" x="2600325" y="2574925"/>
          <p14:tracePt t="2599" x="2590800" y="2549525"/>
          <p14:tracePt t="2614" x="2565400" y="2541588"/>
          <p14:tracePt t="2631" x="2540000" y="2524125"/>
          <p14:tracePt t="2648" x="2514600" y="2498725"/>
          <p14:tracePt t="2664" x="2489200" y="2489200"/>
          <p14:tracePt t="2682" x="2463800" y="2463800"/>
          <p14:tracePt t="2699" x="2455863" y="2455863"/>
          <p14:tracePt t="2715" x="2438400" y="2438400"/>
          <p14:tracePt t="3005" x="2352675" y="2303463"/>
          <p14:tracePt t="3014" x="2286000" y="2124075"/>
          <p14:tracePt t="3019" x="2174875" y="1963738"/>
          <p14:tracePt t="3030" x="2081213" y="1784350"/>
          <p14:tracePt t="3048" x="1987550" y="1622425"/>
          <p14:tracePt t="3064" x="1962150" y="1581150"/>
          <p14:tracePt t="3082" x="1936750" y="1555750"/>
          <p14:tracePt t="3097" x="1928813" y="1555750"/>
          <p14:tracePt t="3100" x="1911350" y="1530350"/>
          <p14:tracePt t="3115" x="1903413" y="1530350"/>
          <p14:tracePt t="3130" x="1903413" y="1520825"/>
          <p14:tracePt t="3146" x="1878013" y="1477963"/>
          <p14:tracePt t="3165" x="1852613" y="1462088"/>
          <p14:tracePt t="3167" x="1835150" y="1444625"/>
          <p14:tracePt t="3180" x="1827213" y="1436688"/>
          <p14:tracePt t="3181" x="1809750" y="1411288"/>
          <p14:tracePt t="3197" x="1801813" y="1393825"/>
          <p14:tracePt t="3215" x="1776413" y="1368425"/>
          <p14:tracePt t="3230" x="1766888" y="1360488"/>
          <p14:tracePt t="3232" x="1749425" y="1343025"/>
          <p14:tracePt t="3247" x="1741488" y="1333500"/>
          <p14:tracePt t="3264" x="1733550" y="1308100"/>
          <p14:tracePt t="3281" x="1708150" y="1300163"/>
          <p14:tracePt t="3297" x="1708150" y="1282700"/>
          <p14:tracePt t="3315" x="1665288" y="1257300"/>
          <p14:tracePt t="3334" x="1665288" y="1249363"/>
          <p14:tracePt t="3348" x="1657350" y="1249363"/>
          <p14:tracePt t="3370" x="1657350" y="1241425"/>
          <p14:tracePt t="3511" x="1657350" y="1223963"/>
          <p14:tracePt t="3525" x="1673225" y="1216025"/>
          <p14:tracePt t="3546" x="1682750" y="1216025"/>
          <p14:tracePt t="3552" x="1698625" y="1216025"/>
          <p14:tracePt t="3563" x="1698625" y="1198563"/>
          <p14:tracePt t="3581" x="1724025" y="1198563"/>
          <p14:tracePt t="3597" x="1733550" y="1189038"/>
          <p14:tracePt t="3613" x="1758950" y="1189038"/>
          <p14:tracePt t="3630" x="1784350" y="1181100"/>
          <p14:tracePt t="3632" x="1809750" y="1181100"/>
          <p14:tracePt t="3646" x="1835150" y="1163638"/>
          <p14:tracePt t="3663" x="1868488" y="1155700"/>
          <p14:tracePt t="3680" x="1920875" y="1138238"/>
          <p14:tracePt t="3698" x="1962150" y="1138238"/>
          <p14:tracePt t="3700" x="1971675" y="1138238"/>
          <p14:tracePt t="3714" x="2012950" y="1138238"/>
          <p14:tracePt t="3730" x="2047875" y="1138238"/>
          <p14:tracePt t="3750" x="2116138" y="1138238"/>
          <p14:tracePt t="3764" x="2166938" y="1122363"/>
          <p14:tracePt t="3781" x="2243138" y="1122363"/>
          <p14:tracePt t="3783" x="2286000" y="1104900"/>
          <p14:tracePt t="3796" x="2311400" y="1104900"/>
          <p14:tracePt t="3813" x="2446338" y="1104900"/>
          <p14:tracePt t="3830" x="2540000" y="1096963"/>
          <p14:tracePt t="3847" x="2633663" y="1096963"/>
          <p14:tracePt t="3849" x="2659063" y="1096963"/>
          <p14:tracePt t="3864" x="2719388" y="1096963"/>
          <p14:tracePt t="3880" x="2770188" y="1096963"/>
          <p14:tracePt t="3897" x="2871788" y="1096963"/>
          <p14:tracePt t="3913" x="2940050" y="1096963"/>
          <p14:tracePt t="3932" x="3067050" y="1096963"/>
          <p14:tracePt t="3947" x="3152775" y="1112838"/>
          <p14:tracePt t="3962" x="3228975" y="1112838"/>
          <p14:tracePt t="3981" x="3305175" y="1130300"/>
          <p14:tracePt t="3997" x="3363913" y="1130300"/>
          <p14:tracePt t="4014" x="3414713" y="1138238"/>
          <p14:tracePt t="4015" x="3441700" y="1138238"/>
          <p14:tracePt t="4031" x="3482975" y="1155700"/>
          <p14:tracePt t="4046" x="3525838" y="1163638"/>
          <p14:tracePt t="4063" x="3559175" y="1163638"/>
          <p14:tracePt t="4080" x="3594100" y="1181100"/>
          <p14:tracePt t="4096" x="3636963" y="1181100"/>
          <p14:tracePt t="4114" x="3662363" y="1189038"/>
          <p14:tracePt t="4130" x="3695700" y="1189038"/>
          <p14:tracePt t="4148" x="3729038" y="1189038"/>
          <p14:tracePt t="4164" x="3771900" y="1206500"/>
          <p14:tracePt t="4180" x="3797300" y="1206500"/>
          <p14:tracePt t="4196" x="3822700" y="1206500"/>
          <p14:tracePt t="4213" x="3873500" y="1206500"/>
          <p14:tracePt t="4229" x="3890963" y="1206500"/>
          <p14:tracePt t="4246" x="3951288" y="1216025"/>
          <p14:tracePt t="4262" x="4002088" y="1216025"/>
          <p14:tracePt t="4279" x="4052888" y="1216025"/>
          <p14:tracePt t="4296" x="4171950" y="1216025"/>
          <p14:tracePt t="4313" x="4222750" y="1216025"/>
          <p14:tracePt t="4329" x="4298950" y="1216025"/>
          <p14:tracePt t="4345" x="4468813" y="1206500"/>
          <p14:tracePt t="4364" x="4673600" y="1189038"/>
          <p14:tracePt t="4366" x="4818063" y="1173163"/>
          <p14:tracePt t="4381" x="5080000" y="1173163"/>
          <p14:tracePt t="4397" x="5335588" y="1147763"/>
          <p14:tracePt t="4414" x="5556250" y="1112838"/>
          <p14:tracePt t="4431" x="5649913" y="1096963"/>
          <p14:tracePt t="4446" x="5708650" y="1096963"/>
          <p14:tracePt t="4463" x="5776913" y="1096963"/>
          <p14:tracePt t="4466" x="5811838" y="1104900"/>
          <p14:tracePt t="4480" x="5845175" y="1104900"/>
          <p14:tracePt t="4497" x="5905500" y="1112838"/>
          <p14:tracePt t="4512" x="5964238" y="1112838"/>
          <p14:tracePt t="4529" x="6040438" y="1130300"/>
          <p14:tracePt t="4546" x="6065838" y="1138238"/>
          <p14:tracePt t="4562" x="6108700" y="1138238"/>
          <p14:tracePt t="4581" x="6142038" y="1155700"/>
          <p14:tracePt t="4583" x="6167438" y="1155700"/>
          <p14:tracePt t="4596" x="6176963" y="1163638"/>
          <p14:tracePt t="4598" x="6194425" y="1163638"/>
          <p14:tracePt t="4613" x="6219825" y="1163638"/>
          <p14:tracePt t="4615" x="6227763" y="1163638"/>
          <p14:tracePt t="4630" x="6270625" y="1181100"/>
          <p14:tracePt t="4632" x="6278563" y="1181100"/>
          <p14:tracePt t="4647" x="6303963" y="1181100"/>
          <p14:tracePt t="4649" x="6321425" y="1181100"/>
          <p14:tracePt t="4662" x="6372225" y="1181100"/>
          <p14:tracePt t="4679" x="6430963" y="1181100"/>
          <p14:tracePt t="4697" x="6542088" y="1181100"/>
          <p14:tracePt t="4713" x="6635750" y="1181100"/>
          <p14:tracePt t="4731" x="6686550" y="1181100"/>
          <p14:tracePt t="4733" x="6729413" y="1181100"/>
          <p14:tracePt t="4746" x="6762750" y="1181100"/>
          <p14:tracePt t="4747" x="6770688" y="1181100"/>
          <p14:tracePt t="4762" x="6823075" y="1189038"/>
          <p14:tracePt t="4779" x="6881813" y="1189038"/>
          <p14:tracePt t="4796" x="6958013" y="1189038"/>
          <p14:tracePt t="4813" x="7000875" y="1189038"/>
          <p14:tracePt t="4815" x="7026275" y="1189038"/>
          <p14:tracePt t="4828" x="7051675" y="1189038"/>
          <p14:tracePt t="4845" x="7153275" y="1189038"/>
          <p14:tracePt t="4862" x="7246938" y="1206500"/>
          <p14:tracePt t="4879" x="7366000" y="1206500"/>
          <p14:tracePt t="4895" x="7416800" y="1223963"/>
          <p14:tracePt t="4899" x="7451725" y="1223963"/>
          <p14:tracePt t="4912" x="7477125" y="1223963"/>
          <p14:tracePt t="4929" x="7535863" y="1223963"/>
          <p14:tracePt t="4945" x="7561263" y="1223963"/>
          <p14:tracePt t="4964" x="7612063" y="1223963"/>
          <p14:tracePt t="4978" x="7654925" y="1223963"/>
          <p14:tracePt t="4996" x="7705725" y="1241425"/>
          <p14:tracePt t="5013" x="7773988" y="1241425"/>
          <p14:tracePt t="5029" x="7816850" y="1241425"/>
          <p14:tracePt t="5046" x="7842250" y="1241425"/>
          <p14:tracePt t="5062" x="7893050" y="1241425"/>
          <p14:tracePt t="5079" x="7918450" y="1241425"/>
          <p14:tracePt t="5081" x="7935913" y="1241425"/>
          <p14:tracePt t="5096" x="7943850" y="1241425"/>
          <p14:tracePt t="5113" x="7969250" y="1241425"/>
          <p14:tracePt t="5128" x="7977188" y="1241425"/>
          <p14:tracePt t="5147" x="8004175" y="1241425"/>
          <p14:tracePt t="5163" x="8020050" y="1241425"/>
          <p14:tracePt t="5166" x="8020050" y="1249363"/>
          <p14:tracePt t="5180" x="8029575" y="1249363"/>
          <p14:tracePt t="5208" x="8037513" y="1249363"/>
          <p14:tracePt t="5244" x="8054975" y="1249363"/>
          <p14:tracePt t="5328" x="8045450" y="1249363"/>
          <p14:tracePt t="5347" x="8037513" y="1249363"/>
          <p14:tracePt t="5383" x="8029575" y="1249363"/>
          <p14:tracePt t="5404" x="8012113" y="1249363"/>
          <p14:tracePt t="5418" x="8004175" y="1249363"/>
          <p14:tracePt t="5424" x="7986713" y="1249363"/>
          <p14:tracePt t="5440" x="7977188" y="1249363"/>
          <p14:tracePt t="5445" x="7961313" y="1249363"/>
          <p14:tracePt t="5461" x="7951788" y="1249363"/>
          <p14:tracePt t="5479" x="7926388" y="1249363"/>
          <p14:tracePt t="5494" x="7900988" y="1249363"/>
          <p14:tracePt t="5512" x="7545388" y="1317625"/>
          <p14:tracePt t="5528" x="6669088" y="1571625"/>
          <p14:tracePt t="5546" x="5462588" y="2005013"/>
          <p14:tracePt t="5562" x="5114925" y="2098675"/>
          <p14:tracePt t="5565" x="4910138" y="2141538"/>
          <p14:tracePt t="5579" x="4732338" y="2184400"/>
          <p14:tracePt t="5594" x="4435475" y="2252663"/>
          <p14:tracePt t="5611" x="4017963" y="2379663"/>
          <p14:tracePt t="5628" x="3781425" y="2413000"/>
          <p14:tracePt t="5631" x="3713163" y="2413000"/>
          <p14:tracePt t="5645" x="3586163" y="2430463"/>
          <p14:tracePt t="5662" x="3432175" y="2447925"/>
          <p14:tracePt t="5664" x="3373438" y="2447925"/>
          <p14:tracePt t="5679" x="3219450" y="2463800"/>
          <p14:tracePt t="5695" x="2965450" y="2463800"/>
          <p14:tracePt t="5713" x="2709863" y="2481263"/>
          <p14:tracePt t="5728" x="2616200" y="2481263"/>
          <p14:tracePt t="5745" x="2565400" y="2481263"/>
          <p14:tracePt t="5748" x="2557463" y="2481263"/>
          <p14:tracePt t="5762" x="2514600" y="2481263"/>
          <p14:tracePt t="5778" x="2506663" y="2481263"/>
          <p14:tracePt t="5796" x="2489200" y="2481263"/>
          <p14:tracePt t="5798" x="2481263" y="2481263"/>
          <p14:tracePt t="5825" x="2463800" y="2481263"/>
          <p14:tracePt t="5840" x="2455863" y="2481263"/>
          <p14:tracePt t="5853" x="2446338" y="2481263"/>
          <p14:tracePt t="5874" x="2430463" y="2481263"/>
          <p14:tracePt t="5889" x="2420938" y="2481263"/>
          <p14:tracePt t="5894" x="2395538" y="2481263"/>
          <p14:tracePt t="5912" x="2370138" y="2481263"/>
          <p14:tracePt t="5928" x="2344738" y="2481263"/>
          <p14:tracePt t="5945" x="2311400" y="2481263"/>
          <p14:tracePt t="5947" x="2293938" y="2481263"/>
          <p14:tracePt t="5961" x="2268538" y="2481263"/>
          <p14:tracePt t="5978" x="2260600" y="2481263"/>
          <p14:tracePt t="5994" x="2235200" y="2481263"/>
          <p14:tracePt t="6012" x="2235200" y="2473325"/>
          <p14:tracePt t="6015" x="2225675" y="2473325"/>
          <p14:tracePt t="6043" x="2208213" y="2473325"/>
          <p14:tracePt t="7677" x="2217738" y="2473325"/>
          <p14:tracePt t="7704" x="2225675" y="2473325"/>
          <p14:tracePt t="7732" x="2235200" y="2473325"/>
          <p14:tracePt t="7754" x="2251075" y="2473325"/>
          <p14:tracePt t="7782" x="2260600" y="2473325"/>
          <p14:tracePt t="7803" x="2276475" y="2473325"/>
          <p14:tracePt t="7874" x="2286000" y="2473325"/>
          <p14:tracePt t="8139" x="2293938" y="2473325"/>
          <p14:tracePt t="8168" x="2311400" y="2473325"/>
          <p14:tracePt t="8174" x="2319338" y="2473325"/>
          <p14:tracePt t="8189" x="2336800" y="2473325"/>
          <p14:tracePt t="8202" x="2344738" y="2473325"/>
          <p14:tracePt t="8209" x="2362200" y="2473325"/>
          <p14:tracePt t="8225" x="2379663" y="2473325"/>
          <p14:tracePt t="8243" x="2395538" y="2473325"/>
          <p14:tracePt t="8259" x="2405063" y="2473325"/>
          <p14:tracePt t="8277" x="2430463" y="2473325"/>
          <p14:tracePt t="8294" x="2446338" y="2473325"/>
          <p14:tracePt t="8309" x="2455863" y="2473325"/>
          <p14:tracePt t="8325" x="2463800" y="2473325"/>
          <p14:tracePt t="8343" x="2481263" y="2473325"/>
          <p14:tracePt t="8344" x="2489200" y="2473325"/>
          <p14:tracePt t="8363" x="2506663" y="2473325"/>
          <p14:tracePt t="8377" x="2514600" y="2473325"/>
          <p14:tracePt t="8393" x="2524125" y="2473325"/>
          <p14:tracePt t="8409" x="2540000" y="2473325"/>
          <p14:tracePt t="8427" x="2565400" y="2473325"/>
          <p14:tracePt t="8442" x="2574925" y="2473325"/>
          <p14:tracePt t="8459" x="2600325" y="2473325"/>
          <p14:tracePt t="8462" x="2616200" y="2473325"/>
          <p14:tracePt t="8477" x="2641600" y="2473325"/>
          <p14:tracePt t="8492" x="2651125" y="2473325"/>
          <p14:tracePt t="8510" x="2659063" y="2473325"/>
          <p14:tracePt t="8512" x="2693988" y="2473325"/>
          <p14:tracePt t="8525" x="2701925" y="2473325"/>
          <p14:tracePt t="8543" x="2727325" y="2473325"/>
          <p14:tracePt t="8545" x="2735263" y="2473325"/>
          <p14:tracePt t="8561" x="2760663" y="2473325"/>
          <p14:tracePt t="8575" x="2811463" y="2489200"/>
          <p14:tracePt t="8593" x="2871788" y="2489200"/>
          <p14:tracePt t="8594" x="2897188" y="2489200"/>
          <p14:tracePt t="8609" x="2947988" y="2489200"/>
          <p14:tracePt t="8625" x="3008313" y="2489200"/>
          <p14:tracePt t="8644" x="3100388" y="2489200"/>
          <p14:tracePt t="8660" x="3160713" y="2489200"/>
          <p14:tracePt t="8675" x="3211513" y="2498725"/>
          <p14:tracePt t="8692" x="3254375" y="2498725"/>
          <p14:tracePt t="8708" x="3297238" y="2498725"/>
          <p14:tracePt t="8726" x="3355975" y="2498725"/>
          <p14:tracePt t="8728" x="3381375" y="2498725"/>
          <p14:tracePt t="8744" x="3441700" y="2516188"/>
          <p14:tracePt t="8759" x="3492500" y="2516188"/>
          <p14:tracePt t="8777" x="3594100" y="2516188"/>
          <p14:tracePt t="8792" x="3619500" y="2516188"/>
          <p14:tracePt t="8794" x="3662363" y="2516188"/>
          <p14:tracePt t="8808" x="3738563" y="2532063"/>
          <p14:tracePt t="8827" x="3857625" y="2532063"/>
          <p14:tracePt t="8843" x="3941763" y="2532063"/>
          <p14:tracePt t="8858" x="4002088" y="2532063"/>
          <p14:tracePt t="8876" x="4086225" y="2532063"/>
          <p14:tracePt t="8894" x="4121150" y="2532063"/>
          <p14:tracePt t="8909" x="4162425" y="2532063"/>
          <p14:tracePt t="8925" x="4197350" y="2532063"/>
          <p14:tracePt t="8927" x="4214813" y="2532063"/>
          <p14:tracePt t="8941" x="4230688" y="2541588"/>
          <p14:tracePt t="8960" x="4273550" y="2541588"/>
          <p14:tracePt t="8974" x="4298950" y="2541588"/>
          <p14:tracePt t="8991" x="4324350" y="2541588"/>
          <p14:tracePt t="9010" x="4400550" y="2541588"/>
          <p14:tracePt t="9024" x="4460875" y="2557463"/>
          <p14:tracePt t="9041" x="4529138" y="2574925"/>
          <p14:tracePt t="9059" x="4595813" y="2574925"/>
          <p14:tracePt t="9074" x="4638675" y="2574925"/>
          <p14:tracePt t="9093" x="4673600" y="2574925"/>
          <p14:tracePt t="9108" x="4699000" y="2574925"/>
          <p14:tracePt t="9125" x="4706938" y="2574925"/>
          <p14:tracePt t="9142" x="4732338" y="2574925"/>
          <p14:tracePt t="9158" x="4749800" y="2574925"/>
          <p14:tracePt t="9174" x="4757738" y="2574925"/>
          <p14:tracePt t="9196" x="4783138" y="2574925"/>
          <p14:tracePt t="9211" x="4791075" y="2574925"/>
          <p14:tracePt t="9240" x="4808538" y="2574925"/>
          <p14:tracePt t="9268" x="4818063" y="2574925"/>
          <p14:tracePt t="11512" x="4910138" y="2566988"/>
          <p14:tracePt t="11519" x="5080000" y="2566988"/>
          <p14:tracePt t="11525" x="5259388" y="2541588"/>
          <p14:tracePt t="11539" x="5343525" y="2541588"/>
          <p14:tracePt t="11556" x="5726113" y="2549525"/>
          <p14:tracePt t="11573" x="5888038" y="2574925"/>
          <p14:tracePt t="11590" x="6040438" y="2574925"/>
          <p14:tracePt t="11591" x="6083300" y="2574925"/>
          <p14:tracePt t="11606" x="6194425" y="2592388"/>
          <p14:tracePt t="11624" x="6296025" y="2617788"/>
          <p14:tracePt t="11639" x="6303963" y="2617788"/>
          <p14:tracePt t="11641" x="6321425" y="2633663"/>
          <p14:tracePt t="11656" x="6372225" y="2643188"/>
          <p14:tracePt t="11675" x="6430963" y="2668588"/>
          <p14:tracePt t="11688" x="6465888" y="2686050"/>
          <p14:tracePt t="11706" x="6491288" y="2693988"/>
          <p14:tracePt t="11723" x="6534150" y="2693988"/>
          <p14:tracePt t="11725" x="6559550" y="2693988"/>
          <p14:tracePt t="11739" x="6567488" y="2711450"/>
          <p14:tracePt t="11755" x="6610350" y="2711450"/>
          <p14:tracePt t="11773" x="6626225" y="2719388"/>
          <p14:tracePt t="11775" x="6643688" y="2719388"/>
          <p14:tracePt t="11788" x="6678613" y="2727325"/>
          <p14:tracePt t="11808" x="6729413" y="2744788"/>
          <p14:tracePt t="11822" x="6770688" y="2744788"/>
          <p14:tracePt t="11840" x="6805613" y="2744788"/>
          <p14:tracePt t="11842" x="6823075" y="2744788"/>
          <p14:tracePt t="11855" x="6831013" y="2744788"/>
          <p14:tracePt t="11857" x="6838950" y="2744788"/>
          <p14:tracePt t="11871" x="6864350" y="2744788"/>
          <p14:tracePt t="11888" x="6889750" y="2744788"/>
          <p14:tracePt t="11890" x="6907213" y="2744788"/>
          <p14:tracePt t="11905" x="6932613" y="2744788"/>
          <p14:tracePt t="11922" x="6942138" y="2744788"/>
          <p14:tracePt t="11940" x="6950075" y="2744788"/>
          <p14:tracePt t="11955" x="6975475" y="2744788"/>
          <p14:tracePt t="11972" x="6992938" y="2744788"/>
          <p14:tracePt t="11974" x="7000875" y="2744788"/>
          <p14:tracePt t="11989" x="7018338" y="2727325"/>
          <p14:tracePt t="12005" x="7026275" y="2727325"/>
          <p14:tracePt t="12022" x="7034213" y="2727325"/>
          <p14:tracePt t="12040" x="7059613" y="2719388"/>
          <p14:tracePt t="12056" x="7077075" y="2701925"/>
          <p14:tracePt t="12073" x="7085013" y="2693988"/>
          <p14:tracePt t="12074" x="7102475" y="2693988"/>
          <p14:tracePt t="12089" x="7112000" y="2686050"/>
          <p14:tracePt t="12106" x="7137400" y="2668588"/>
          <p14:tracePt t="12108" x="7137400" y="2660650"/>
          <p14:tracePt t="12123" x="7162800" y="2643188"/>
          <p14:tracePt t="12139" x="7170738" y="2633663"/>
          <p14:tracePt t="12156" x="7196138" y="2617788"/>
          <p14:tracePt t="12172" x="7204075" y="2608263"/>
          <p14:tracePt t="12190" x="7221538" y="2600325"/>
          <p14:tracePt t="12206" x="7229475" y="2600325"/>
          <p14:tracePt t="12227" x="7246938" y="2600325"/>
          <p14:tracePt t="12249" x="7256463" y="2582863"/>
          <p14:tracePt t="12284" x="7264400" y="2582863"/>
          <p14:tracePt t="16467" x="7289800" y="2582863"/>
          <p14:tracePt t="16492" x="7391400" y="2582863"/>
          <p14:tracePt t="16500" x="7416800" y="2582863"/>
          <p14:tracePt t="16517" x="7518400" y="2582863"/>
          <p14:tracePt t="16536" x="7621588" y="2582863"/>
          <p14:tracePt t="16551" x="7646988" y="2582863"/>
          <p14:tracePt t="16553" x="7672388" y="2582863"/>
          <p14:tracePt t="16569" x="7766050" y="2582863"/>
          <p14:tracePt t="16586" x="7842250" y="2582863"/>
          <p14:tracePt t="16602" x="7918450" y="2582863"/>
          <p14:tracePt t="16617" x="7969250" y="2582863"/>
          <p14:tracePt t="16635" x="8054975" y="2582863"/>
          <p14:tracePt t="16652" x="8088313" y="2582863"/>
          <p14:tracePt t="16668" x="8113713" y="2582863"/>
          <p14:tracePt t="16669" x="8139113" y="2582863"/>
          <p14:tracePt t="16684" x="8164513" y="2582863"/>
          <p14:tracePt t="16685" x="8181975" y="2582863"/>
          <p14:tracePt t="16702" x="8232775" y="2582863"/>
          <p14:tracePt t="16718" x="8283575" y="2582863"/>
          <p14:tracePt t="16734" x="8334375" y="2582863"/>
          <p14:tracePt t="16750" x="8377238" y="2582863"/>
          <p14:tracePt t="16766" x="8420100" y="2582863"/>
          <p14:tracePt t="16783" x="8445500" y="2582863"/>
          <p14:tracePt t="16800" x="8488363" y="2582863"/>
          <p14:tracePt t="16801" x="8496300" y="2582863"/>
          <p14:tracePt t="16817" x="8539163" y="2582863"/>
          <p14:tracePt t="16834" x="8572500" y="2582863"/>
          <p14:tracePt t="16852" x="8623300" y="2582863"/>
          <p14:tracePt t="16868" x="8658225" y="2582863"/>
          <p14:tracePt t="16884" x="8683625" y="2582863"/>
          <p14:tracePt t="16901" x="8724900" y="2582863"/>
          <p14:tracePt t="16917" x="8759825" y="2582863"/>
          <p14:tracePt t="16935" x="8785225" y="2582863"/>
          <p14:tracePt t="16937" x="8802688" y="2582863"/>
          <p14:tracePt t="16950" x="8836025" y="2582863"/>
          <p14:tracePt t="16967" x="8861425" y="2582863"/>
          <p14:tracePt t="16986" x="8912225" y="2582863"/>
          <p14:tracePt t="17001" x="8937625" y="2592388"/>
          <p14:tracePt t="17018" x="8980488" y="2592388"/>
          <p14:tracePt t="17035" x="8988425" y="2592388"/>
          <p14:tracePt t="17038" x="9013825" y="2592388"/>
          <p14:tracePt t="17050" x="9039225" y="2592388"/>
          <p14:tracePt t="17069" x="9074150" y="2592388"/>
          <p14:tracePt t="17084" x="9091613" y="2592388"/>
          <p14:tracePt t="17100" x="9124950" y="2592388"/>
          <p14:tracePt t="17117" x="9150350" y="2592388"/>
          <p14:tracePt t="17134" x="9201150" y="2592388"/>
          <p14:tracePt t="17150" x="9209088" y="2592388"/>
          <p14:tracePt t="17168" x="9261475" y="2592388"/>
          <p14:tracePt t="17183" x="9277350" y="2592388"/>
          <p14:tracePt t="17201" x="9294813" y="2592388"/>
          <p14:tracePt t="17203" x="9312275" y="2592388"/>
          <p14:tracePt t="17216" x="9320213" y="2592388"/>
          <p14:tracePt t="17233" x="9337675" y="2592388"/>
          <p14:tracePt t="17250" x="9345613" y="2592388"/>
          <p14:tracePt t="17266" x="9363075" y="2592388"/>
          <p14:tracePt t="17283" x="9380538" y="2592388"/>
          <p14:tracePt t="17300" x="9405938" y="2592388"/>
          <p14:tracePt t="17317" x="9421813" y="2592388"/>
          <p14:tracePt t="17335" x="9431338" y="2592388"/>
          <p14:tracePt t="17356" x="9439275" y="2592388"/>
          <p14:tracePt t="17370" x="9456738" y="2592388"/>
          <p14:tracePt t="17399" x="9464675" y="2592388"/>
          <p14:tracePt t="17405" x="9482138" y="2592388"/>
          <p14:tracePt t="17435" x="9490075" y="2592388"/>
          <p14:tracePt t="17469" x="9507538" y="2592388"/>
          <p14:tracePt t="17485" x="9515475" y="2592388"/>
          <p14:tracePt t="17511" x="9523413" y="2592388"/>
          <p14:tracePt t="17532" x="9540875" y="2592388"/>
          <p14:tracePt t="17538" x="9532938" y="2592388"/>
          <p14:tracePt t="17550" x="9540875" y="2592388"/>
          <p14:tracePt t="17568" x="9550400" y="2592388"/>
          <p14:tracePt t="17587" x="9566275" y="2592388"/>
          <p14:tracePt t="17600" x="9558338" y="2592388"/>
          <p14:tracePt t="17617" x="9566275" y="2592388"/>
          <p14:tracePt t="19986" x="9558338" y="2600325"/>
          <p14:tracePt t="19999" x="9532938" y="2625725"/>
          <p14:tracePt t="20014" x="9472613" y="2668588"/>
          <p14:tracePt t="20016" x="9421813" y="2701925"/>
          <p14:tracePt t="20031" x="9363075" y="2744788"/>
          <p14:tracePt t="20048" x="9328150" y="2770188"/>
          <p14:tracePt t="20065" x="9261475" y="2820988"/>
          <p14:tracePt t="20082" x="9201150" y="2863850"/>
          <p14:tracePt t="20084" x="9167813" y="2881313"/>
          <p14:tracePt t="20100" x="9142413" y="2897188"/>
          <p14:tracePt t="20115" x="9107488" y="2922588"/>
          <p14:tracePt t="20133" x="9091613" y="2940050"/>
          <p14:tracePt t="20136" x="9064625" y="2949575"/>
          <p14:tracePt t="20148" x="9056688" y="2965450"/>
          <p14:tracePt t="20150" x="9039225" y="2974975"/>
          <p14:tracePt t="20165" x="9013825" y="3000375"/>
          <p14:tracePt t="20183" x="8963025" y="3025775"/>
          <p14:tracePt t="20198" x="8937625" y="3041650"/>
          <p14:tracePt t="20214" x="8929688" y="3059113"/>
          <p14:tracePt t="20232" x="8861425" y="3101975"/>
          <p14:tracePt t="20249" x="8836025" y="3119438"/>
          <p14:tracePt t="20264" x="8793163" y="3152775"/>
          <p14:tracePt t="20282" x="8734425" y="3203575"/>
          <p14:tracePt t="20284" x="8683625" y="3211513"/>
          <p14:tracePt t="20299" x="8648700" y="3238500"/>
          <p14:tracePt t="20314" x="8572500" y="3289300"/>
          <p14:tracePt t="20331" x="8428038" y="3365500"/>
          <p14:tracePt t="20348" x="8351838" y="3398838"/>
          <p14:tracePt t="20350" x="8326438" y="3408363"/>
          <p14:tracePt t="20366" x="8283575" y="3433763"/>
          <p14:tracePt t="20382" x="8224838" y="3484563"/>
          <p14:tracePt t="20400" x="8174038" y="3509963"/>
          <p14:tracePt t="20414" x="8139113" y="3517900"/>
          <p14:tracePt t="20431" x="8113713" y="3543300"/>
          <p14:tracePt t="20448" x="8080375" y="3552825"/>
          <p14:tracePt t="20464" x="8020050" y="3594100"/>
          <p14:tracePt t="20481" x="7969250" y="3629025"/>
          <p14:tracePt t="20499" x="7875588" y="3671888"/>
          <p14:tracePt t="20514" x="7824788" y="3679825"/>
          <p14:tracePt t="20531" x="7748588" y="3730625"/>
          <p14:tracePt t="20533" x="7723188" y="3738563"/>
          <p14:tracePt t="20549" x="7662863" y="3773488"/>
          <p14:tracePt t="20564" x="7570788" y="3806825"/>
          <p14:tracePt t="20582" x="7459663" y="3867150"/>
          <p14:tracePt t="20596" x="7391400" y="3892550"/>
          <p14:tracePt t="20615" x="7332663" y="3908425"/>
          <p14:tracePt t="20617" x="7297738" y="3943350"/>
          <p14:tracePt t="20632" x="7204075" y="3976688"/>
          <p14:tracePt t="20648" x="7127875" y="4002088"/>
          <p14:tracePt t="20664" x="7034213" y="4070350"/>
          <p14:tracePt t="20666" x="6992938" y="4070350"/>
          <p14:tracePt t="20681" x="6889750" y="4113213"/>
          <p14:tracePt t="20697" x="6838950" y="4146550"/>
          <p14:tracePt t="20713" x="6745288" y="4181475"/>
          <p14:tracePt t="20730" x="6635750" y="4224338"/>
          <p14:tracePt t="20749" x="6559550" y="4265613"/>
          <p14:tracePt t="20751" x="6516688" y="4283075"/>
          <p14:tracePt t="20765" x="6354763" y="4316413"/>
          <p14:tracePt t="20780" x="5981700" y="4410075"/>
          <p14:tracePt t="20797" x="5624513" y="4470400"/>
          <p14:tracePt t="20814" x="5335588" y="4538663"/>
          <p14:tracePt t="20831" x="4757738" y="4579938"/>
          <p14:tracePt t="20834" x="4451350" y="4564063"/>
          <p14:tracePt t="20849" x="3797300" y="4410075"/>
          <p14:tracePt t="20864" x="3475038" y="4351338"/>
          <p14:tracePt t="20881" x="3287713" y="4325938"/>
          <p14:tracePt t="20883" x="3244850" y="4325938"/>
          <p14:tracePt t="20899" x="3168650" y="4333875"/>
          <p14:tracePt t="20913" x="3135313" y="4333875"/>
          <p14:tracePt t="20932" x="3109913" y="4333875"/>
          <p14:tracePt t="20946" x="3092450" y="4333875"/>
          <p14:tracePt t="20964" x="3074988" y="4333875"/>
          <p14:tracePt t="20980" x="3059113" y="4333875"/>
          <p14:tracePt t="20997" x="3033713" y="4333875"/>
          <p14:tracePt t="21014" x="3008313" y="4351338"/>
          <p14:tracePt t="21031" x="2982913" y="4351338"/>
          <p14:tracePt t="21048" x="2973388" y="4359275"/>
          <p14:tracePt t="21064" x="2947988" y="4359275"/>
          <p14:tracePt t="21066" x="2940050" y="4359275"/>
          <p14:tracePt t="21082" x="2897188" y="4359275"/>
          <p14:tracePt t="21096" x="2871788" y="4359275"/>
          <p14:tracePt t="21115" x="2820988" y="4359275"/>
          <p14:tracePt t="21130" x="2770188" y="4359275"/>
          <p14:tracePt t="21148" x="2719388" y="4359275"/>
          <p14:tracePt t="21151" x="2693988" y="4359275"/>
          <p14:tracePt t="21164" x="2633663" y="4359275"/>
          <p14:tracePt t="21180" x="2565400" y="4359275"/>
          <p14:tracePt t="21197" x="2489200" y="4359275"/>
          <p14:tracePt t="21199" x="2446338" y="4351338"/>
          <p14:tracePt t="21215" x="2405063" y="4351338"/>
          <p14:tracePt t="21231" x="2319338" y="4341813"/>
          <p14:tracePt t="21248" x="2251075" y="4325938"/>
          <p14:tracePt t="21264" x="2225675" y="4325938"/>
          <p14:tracePt t="21266" x="2208213" y="4316413"/>
          <p14:tracePt t="21280" x="2157413" y="4300538"/>
          <p14:tracePt t="21298" x="2090738" y="4283075"/>
          <p14:tracePt t="21314" x="2047875" y="4275138"/>
          <p14:tracePt t="21331" x="2022475" y="4257675"/>
          <p14:tracePt t="21333" x="2012950" y="4257675"/>
          <p14:tracePt t="21347" x="1987550" y="4257675"/>
          <p14:tracePt t="21349" x="1971675" y="4257675"/>
          <p14:tracePt t="21363" x="1954213" y="4249738"/>
          <p14:tracePt t="21381" x="1928813" y="4232275"/>
          <p14:tracePt t="21396" x="1903413" y="4224338"/>
          <p14:tracePt t="21414" x="1885950" y="4224338"/>
          <p14:tracePt t="21416" x="1878013" y="4206875"/>
          <p14:tracePt t="21430" x="1878013" y="4214813"/>
          <p14:tracePt t="21447" x="1852613" y="4206875"/>
          <p14:tracePt t="21463" x="1843088" y="4197350"/>
          <p14:tracePt t="21481" x="1835150" y="4197350"/>
          <p14:tracePt t="21497" x="1827213" y="4197350"/>
          <p14:tracePt t="21515" x="1817688" y="4197350"/>
          <p14:tracePt t="21529" x="1801813" y="4197350"/>
          <p14:tracePt t="21550" x="1792288" y="4197350"/>
          <p14:tracePt t="21592" x="1784350" y="4197350"/>
          <p14:tracePt t="21614" x="1766888" y="4197350"/>
          <p14:tracePt t="21627" x="1758950" y="4197350"/>
          <p14:tracePt t="23015" x="1776413" y="4197350"/>
          <p14:tracePt t="23032" x="1784350" y="4197350"/>
          <p14:tracePt t="23044" x="1792288" y="4197350"/>
          <p14:tracePt t="23064" x="1835150" y="4197350"/>
          <p14:tracePt t="23079" x="1843088" y="4197350"/>
          <p14:tracePt t="23080" x="1860550" y="4197350"/>
          <p14:tracePt t="23096" x="1868488" y="4197350"/>
          <p14:tracePt t="23114" x="1903413" y="4197350"/>
          <p14:tracePt t="23128" x="1928813" y="4197350"/>
          <p14:tracePt t="23145" x="1946275" y="4197350"/>
          <p14:tracePt t="23163" x="1962150" y="4197350"/>
          <p14:tracePt t="23178" x="1987550" y="4197350"/>
          <p14:tracePt t="23195" x="2012950" y="4197350"/>
          <p14:tracePt t="23198" x="2030413" y="4197350"/>
          <p14:tracePt t="23213" x="2038350" y="4197350"/>
          <p14:tracePt t="23229" x="2055813" y="4197350"/>
          <p14:tracePt t="23246" x="2065338" y="4197350"/>
          <p14:tracePt t="23248" x="2073275" y="4197350"/>
          <p14:tracePt t="23260" x="2090738" y="4197350"/>
          <p14:tracePt t="23278" x="2098675" y="4197350"/>
          <p14:tracePt t="23294" x="2124075" y="4197350"/>
          <p14:tracePt t="23310" x="2132013" y="4197350"/>
          <p14:tracePt t="23329" x="2149475" y="4197350"/>
          <p14:tracePt t="23345" x="2157413" y="4197350"/>
          <p14:tracePt t="23346" x="2174875" y="4197350"/>
          <p14:tracePt t="23362" x="2182813" y="4197350"/>
          <p14:tracePt t="23380" x="2200275" y="4197350"/>
          <p14:tracePt t="23395" x="2217738" y="4197350"/>
          <p14:tracePt t="23411" x="2243138" y="4197350"/>
          <p14:tracePt t="23428" x="2286000" y="4197350"/>
          <p14:tracePt t="23445" x="2395538" y="4206875"/>
          <p14:tracePt t="23463" x="2803525" y="4171950"/>
          <p14:tracePt t="23477" x="2947988" y="4156075"/>
          <p14:tracePt t="23478" x="3067050" y="4164013"/>
          <p14:tracePt t="23494" x="3254375" y="4156075"/>
          <p14:tracePt t="23512" x="3338513" y="4156075"/>
          <p14:tracePt t="23515" x="3389313" y="4156075"/>
          <p14:tracePt t="23528" x="3424238" y="4156075"/>
          <p14:tracePt t="23546" x="3482975" y="4156075"/>
          <p14:tracePt t="23562" x="3517900" y="4156075"/>
          <p14:tracePt t="23564" x="3525838" y="4156075"/>
          <p14:tracePt t="23578" x="3543300" y="4156075"/>
          <p14:tracePt t="23595" x="3576638" y="4164013"/>
          <p14:tracePt t="23613" x="3627438" y="4164013"/>
          <p14:tracePt t="23628" x="3670300" y="4164013"/>
          <p14:tracePt t="23646" x="3721100" y="4171950"/>
          <p14:tracePt t="23649" x="3756025" y="4181475"/>
          <p14:tracePt t="23661" x="3822700" y="4181475"/>
          <p14:tracePt t="23679" x="3865563" y="4197350"/>
          <p14:tracePt t="23696" x="3951288" y="4206875"/>
          <p14:tracePt t="23711" x="3984625" y="4206875"/>
          <p14:tracePt t="23729" x="4044950" y="4206875"/>
          <p14:tracePt t="23745" x="4052888" y="4206875"/>
          <p14:tracePt t="23746" x="4078288" y="4206875"/>
          <p14:tracePt t="23762" x="4103688" y="4206875"/>
          <p14:tracePt t="23777" x="4129088" y="4206875"/>
          <p14:tracePt t="23794" x="4179888" y="4214813"/>
          <p14:tracePt t="23811" x="4222750" y="4224338"/>
          <p14:tracePt t="23828" x="4273550" y="4224338"/>
          <p14:tracePt t="23845" x="4332288" y="4224338"/>
          <p14:tracePt t="23862" x="4410075" y="4224338"/>
          <p14:tracePt t="23864" x="4451350" y="4224338"/>
          <p14:tracePt t="23879" x="4529138" y="4224338"/>
          <p14:tracePt t="23894" x="4630738" y="4224338"/>
          <p14:tracePt t="23913" x="4826000" y="4240213"/>
          <p14:tracePt t="23927" x="4962525" y="4257675"/>
          <p14:tracePt t="23945" x="5072063" y="4257675"/>
          <p14:tracePt t="23961" x="5216525" y="4257675"/>
          <p14:tracePt t="23978" x="5480050" y="4257675"/>
          <p14:tracePt t="23996" x="5675313" y="4257675"/>
          <p14:tracePt t="23998" x="5726113" y="4257675"/>
          <p14:tracePt t="24012" x="5930900" y="4275138"/>
          <p14:tracePt t="24028" x="6065838" y="4291013"/>
          <p14:tracePt t="24046" x="6261100" y="4308475"/>
          <p14:tracePt t="24061" x="6415088" y="4325938"/>
          <p14:tracePt t="24077" x="6643688" y="4359275"/>
          <p14:tracePt t="24096" x="6899275" y="4402138"/>
          <p14:tracePt t="24111" x="6975475" y="4445000"/>
          <p14:tracePt t="24129" x="7059613" y="4478338"/>
          <p14:tracePt t="24145" x="7094538" y="4478338"/>
          <p14:tracePt t="24147" x="7102475" y="4503738"/>
          <p14:tracePt t="24161" x="7162800" y="4513263"/>
          <p14:tracePt t="24180" x="7229475" y="4529138"/>
          <p14:tracePt t="24195" x="7256463" y="4546600"/>
          <p14:tracePt t="24197" x="7264400" y="4546600"/>
          <p14:tracePt t="24211" x="7281863" y="4554538"/>
          <p14:tracePt t="24229" x="7307263" y="4554538"/>
          <p14:tracePt t="24244" x="7332663" y="4572000"/>
          <p14:tracePt t="24263" x="7340600" y="4579938"/>
          <p14:tracePt t="24279" x="7348538" y="4579938"/>
          <p14:tracePt t="24298" x="7366000" y="4579938"/>
          <p14:tracePt t="24320" x="7373938" y="4579938"/>
          <p14:tracePt t="24347" x="7391400" y="4579938"/>
          <p14:tracePt t="24382" x="7400925" y="4579938"/>
          <p14:tracePt t="24418" x="7400925" y="4589463"/>
          <p14:tracePt t="24446" x="7408863" y="4589463"/>
          <p14:tracePt t="24475" x="7426325" y="4589463"/>
          <p14:tracePt t="24495" x="7434263" y="4589463"/>
          <p14:tracePt t="24508" x="7451725" y="4605338"/>
          <p14:tracePt t="24529" x="7459663" y="4605338"/>
          <p14:tracePt t="24536" x="7477125" y="4614863"/>
          <p14:tracePt t="24545" x="7485063" y="4614863"/>
          <p14:tracePt t="24560" x="7510463" y="4614863"/>
          <p14:tracePt t="24579" x="7545388" y="4614863"/>
          <p14:tracePt t="24595" x="7570788" y="4630738"/>
          <p14:tracePt t="24610" x="7612063" y="4630738"/>
          <p14:tracePt t="24629" x="7629525" y="4630738"/>
          <p14:tracePt t="24643" x="7654925" y="4630738"/>
          <p14:tracePt t="24661" x="7680325" y="4630738"/>
          <p14:tracePt t="24663" x="7697788" y="4630738"/>
          <p14:tracePt t="24684" x="7705725" y="4630738"/>
          <p14:tracePt t="24693" x="7723188" y="4630738"/>
          <p14:tracePt t="24711" x="7731125" y="4640263"/>
          <p14:tracePt t="24712" x="7740650" y="4640263"/>
          <p14:tracePt t="24726" x="7756525" y="4657725"/>
          <p14:tracePt t="24748" x="7766050" y="4657725"/>
          <p14:tracePt t="24762" x="7781925" y="4657725"/>
          <p14:tracePt t="24777" x="7791450" y="4657725"/>
          <p14:tracePt t="25379" x="7807325" y="4657725"/>
          <p14:tracePt t="25402" x="7816850" y="4657725"/>
          <p14:tracePt t="25435" x="7824788" y="4657725"/>
          <p14:tracePt t="25555" x="7816850" y="4657725"/>
          <p14:tracePt t="25574" x="7799388" y="4657725"/>
          <p14:tracePt t="25625" x="7791450" y="4657725"/>
          <p14:tracePt t="25653" x="7773988" y="4657725"/>
          <p14:tracePt t="25674" x="7766050" y="4657725"/>
          <p14:tracePt t="25688" x="7748588" y="4657725"/>
          <p14:tracePt t="25693" x="7740650" y="4657725"/>
          <p14:tracePt t="25715" x="7731125" y="4657725"/>
          <p14:tracePt t="25744" x="7715250" y="4657725"/>
          <p14:tracePt t="25749" x="7705725" y="4657725"/>
          <p14:tracePt t="25786" x="7688263" y="4657725"/>
          <p14:tracePt t="25813" x="7680325" y="4657725"/>
          <p14:tracePt t="25827" x="7662863" y="4657725"/>
          <p14:tracePt t="25848" x="7654925" y="4657725"/>
          <p14:tracePt t="25862" x="7654925" y="4648200"/>
          <p14:tracePt t="25868" x="7646988" y="4648200"/>
          <p14:tracePt t="25897" x="7629525" y="4648200"/>
          <p14:tracePt t="25928" x="7621588" y="4648200"/>
          <p14:tracePt t="25940" x="7604125" y="4648200"/>
          <p14:tracePt t="25954" x="7596188" y="4648200"/>
          <p14:tracePt t="25960" x="7578725" y="4648200"/>
          <p14:tracePt t="25975" x="7561263" y="4648200"/>
          <p14:tracePt t="25992" x="7485063" y="4648200"/>
          <p14:tracePt t="26010" x="7221538" y="4657725"/>
          <p14:tracePt t="26025" x="6762750" y="4724400"/>
          <p14:tracePt t="26043" x="6329363" y="4818063"/>
          <p14:tracePt t="26045" x="6126163" y="4860925"/>
          <p14:tracePt t="26060" x="5692775" y="4954588"/>
          <p14:tracePt t="26076" x="5403850" y="4972050"/>
          <p14:tracePt t="26092" x="5114925" y="4997450"/>
          <p14:tracePt t="26109" x="4714875" y="4997450"/>
          <p14:tracePt t="26125" x="4392613" y="5013325"/>
          <p14:tracePt t="26144" x="3992563" y="5013325"/>
          <p14:tracePt t="26159" x="3789363" y="5013325"/>
          <p14:tracePt t="26178" x="3576638" y="4987925"/>
          <p14:tracePt t="26192" x="3406775" y="4997450"/>
          <p14:tracePt t="26209" x="3313113" y="5022850"/>
          <p14:tracePt t="26226" x="3244850" y="5022850"/>
          <p14:tracePt t="26242" x="3160713" y="5022850"/>
          <p14:tracePt t="26258" x="3117850" y="5022850"/>
          <p14:tracePt t="26276" x="3067050" y="5022850"/>
          <p14:tracePt t="26292" x="2998788" y="5022850"/>
          <p14:tracePt t="26309" x="2965450" y="5022850"/>
          <p14:tracePt t="26326" x="2897188" y="5022850"/>
          <p14:tracePt t="26342" x="2863850" y="5022850"/>
          <p14:tracePt t="26360" x="2778125" y="5022850"/>
          <p14:tracePt t="26376" x="2760663" y="5022850"/>
          <p14:tracePt t="26392" x="2719388" y="5022850"/>
          <p14:tracePt t="26410" x="2668588" y="5022850"/>
          <p14:tracePt t="26425" x="2633663" y="5022850"/>
          <p14:tracePt t="26442" x="2590800" y="5022850"/>
          <p14:tracePt t="26460" x="2532063" y="5030788"/>
          <p14:tracePt t="26475" x="2506663" y="5038725"/>
          <p14:tracePt t="26493" x="2471738" y="5038725"/>
          <p14:tracePt t="26495" x="2455863" y="5038725"/>
          <p14:tracePt t="26508" x="2420938" y="5056188"/>
          <p14:tracePt t="26525" x="2395538" y="5056188"/>
          <p14:tracePt t="26542" x="2352675" y="5064125"/>
          <p14:tracePt t="26558" x="2301875" y="5081588"/>
          <p14:tracePt t="26577" x="2251075" y="5091113"/>
          <p14:tracePt t="26593" x="2225675" y="5091113"/>
          <p14:tracePt t="26608" x="2208213" y="5106988"/>
          <p14:tracePt t="26625" x="2182813" y="5106988"/>
          <p14:tracePt t="26642" x="2141538" y="5116513"/>
          <p14:tracePt t="26659" x="2132013" y="5116513"/>
          <p14:tracePt t="26662" x="2124075" y="5116513"/>
          <p14:tracePt t="26675" x="2106613" y="5132388"/>
          <p14:tracePt t="26692" x="2081213" y="5141913"/>
          <p14:tracePt t="26708" x="2055813" y="5141913"/>
          <p14:tracePt t="26711" x="2047875" y="5141913"/>
          <p14:tracePt t="26726" x="2038350" y="5141913"/>
          <p14:tracePt t="26741" x="2022475" y="5141913"/>
          <p14:tracePt t="26757" x="2012950" y="5141913"/>
          <p14:tracePt t="26775" x="1997075" y="5141913"/>
          <p14:tracePt t="26793" x="1987550" y="5141913"/>
          <p14:tracePt t="26809" x="1979613" y="5141913"/>
          <p14:tracePt t="26844" x="1962150" y="5141913"/>
          <p14:tracePt t="26965" x="1971675" y="5141913"/>
          <p14:tracePt t="26999" x="1979613" y="5141913"/>
          <p14:tracePt t="27005" x="1987550" y="5141913"/>
          <p14:tracePt t="27033" x="2005013" y="5124450"/>
          <p14:tracePt t="27069" x="2012950" y="5116513"/>
          <p14:tracePt t="27083" x="2030413" y="5116513"/>
          <p14:tracePt t="27104" x="2038350" y="5116513"/>
          <p14:tracePt t="27110" x="2047875" y="5116513"/>
          <p14:tracePt t="27126" x="2073275" y="5116513"/>
          <p14:tracePt t="27142" x="2090738" y="5116513"/>
          <p14:tracePt t="27161" x="2124075" y="5116513"/>
          <p14:tracePt t="27174" x="2149475" y="5116513"/>
          <p14:tracePt t="27192" x="2174875" y="5116513"/>
          <p14:tracePt t="27209" x="2200275" y="5116513"/>
          <p14:tracePt t="27210" x="2208213" y="5116513"/>
          <p14:tracePt t="27225" x="2235200" y="5116513"/>
          <p14:tracePt t="27242" x="2243138" y="5116513"/>
          <p14:tracePt t="27244" x="2260600" y="5116513"/>
          <p14:tracePt t="27258" x="2286000" y="5116513"/>
          <p14:tracePt t="27275" x="2311400" y="5116513"/>
          <p14:tracePt t="27292" x="2352675" y="5099050"/>
          <p14:tracePt t="27308" x="2430463" y="5099050"/>
          <p14:tracePt t="27324" x="2506663" y="5091113"/>
          <p14:tracePt t="27343" x="2574925" y="5073650"/>
          <p14:tracePt t="27359" x="2625725" y="5073650"/>
          <p14:tracePt t="27375" x="2719388" y="5056188"/>
          <p14:tracePt t="27377" x="2744788" y="5056188"/>
          <p14:tracePt t="27393" x="2820988" y="5056188"/>
          <p14:tracePt t="27408" x="2930525" y="5038725"/>
          <p14:tracePt t="27426" x="3100388" y="5038725"/>
          <p14:tracePt t="27442" x="3228975" y="5038725"/>
          <p14:tracePt t="27458" x="3355975" y="5038725"/>
          <p14:tracePt t="27476" x="3508375" y="5038725"/>
          <p14:tracePt t="27491" x="3602038" y="5038725"/>
          <p14:tracePt t="27508" x="3670300" y="5038725"/>
          <p14:tracePt t="27526" x="3738563" y="5038725"/>
          <p14:tracePt t="27540" x="3789363" y="5038725"/>
          <p14:tracePt t="27559" x="3890963" y="5038725"/>
          <p14:tracePt t="27574" x="3959225" y="5038725"/>
          <p14:tracePt t="27591" x="4052888" y="5038725"/>
          <p14:tracePt t="27608" x="4146550" y="5038725"/>
          <p14:tracePt t="27625" x="4359275" y="5022850"/>
          <p14:tracePt t="27640" x="4468813" y="5005388"/>
          <p14:tracePt t="27658" x="4605338" y="5005388"/>
          <p14:tracePt t="27661" x="4646613" y="5005388"/>
          <p14:tracePt t="27674" x="4724400" y="5005388"/>
          <p14:tracePt t="27692" x="4808538" y="4997450"/>
          <p14:tracePt t="27694" x="4843463" y="4997450"/>
          <p14:tracePt t="27707" x="4894263" y="4997450"/>
          <p14:tracePt t="27725" x="4945063" y="4997450"/>
          <p14:tracePt t="27741" x="5021263" y="4997450"/>
          <p14:tracePt t="27743" x="5064125" y="4997450"/>
          <p14:tracePt t="27758" x="5140325" y="4997450"/>
          <p14:tracePt t="27774" x="5191125" y="4997450"/>
          <p14:tracePt t="27792" x="5292725" y="4997450"/>
          <p14:tracePt t="27808" x="5343525" y="4997450"/>
          <p14:tracePt t="27826" x="5421313" y="4997450"/>
          <p14:tracePt t="27828" x="5446713" y="4997450"/>
          <p14:tracePt t="27840" x="5487988" y="4997450"/>
          <p14:tracePt t="27843" x="5522913" y="4997450"/>
          <p14:tracePt t="27858" x="5573713" y="4997450"/>
          <p14:tracePt t="27874" x="5632450" y="4997450"/>
          <p14:tracePt t="27890" x="5726113" y="4997450"/>
          <p14:tracePt t="27908" x="5761038" y="4997450"/>
          <p14:tracePt t="27910" x="5794375" y="4997450"/>
          <p14:tracePt t="27924" x="5845175" y="4997450"/>
          <p14:tracePt t="27940" x="5895975" y="4997450"/>
          <p14:tracePt t="27958" x="5956300" y="4997450"/>
          <p14:tracePt t="27959" x="5981700" y="4997450"/>
          <p14:tracePt t="27974" x="6057900" y="4997450"/>
          <p14:tracePt t="27991" x="6108700" y="4997450"/>
          <p14:tracePt t="27994" x="6134100" y="4997450"/>
          <p14:tracePt t="28009" x="6194425" y="4997450"/>
          <p14:tracePt t="28024" x="6245225" y="4997450"/>
          <p14:tracePt t="28041" x="6296025" y="4997450"/>
          <p14:tracePt t="28043" x="6329363" y="4997450"/>
          <p14:tracePt t="28059" x="6380163" y="5013325"/>
          <p14:tracePt t="28074" x="6456363" y="5030788"/>
          <p14:tracePt t="28092" x="6499225" y="5038725"/>
          <p14:tracePt t="28094" x="6524625" y="5038725"/>
          <p14:tracePt t="28107" x="6534150" y="5038725"/>
          <p14:tracePt t="28109" x="6559550" y="5038725"/>
          <p14:tracePt t="28125" x="6575425" y="5038725"/>
          <p14:tracePt t="28127" x="6600825" y="5056188"/>
          <p14:tracePt t="28143" x="6610350" y="5056188"/>
          <p14:tracePt t="28156" x="6635750" y="5064125"/>
          <p14:tracePt t="28173" x="6661150" y="5081588"/>
          <p14:tracePt t="28192" x="6686550" y="5081588"/>
          <p14:tracePt t="28207" x="6694488" y="5099050"/>
          <p14:tracePt t="28226" x="6711950" y="5099050"/>
          <p14:tracePt t="28241" x="6719888" y="5124450"/>
          <p14:tracePt t="28258" x="6737350" y="5141913"/>
          <p14:tracePt t="28276" x="6762750" y="5167313"/>
          <p14:tracePt t="28290" x="6770688" y="5175250"/>
          <p14:tracePt t="28307" x="6797675" y="5183188"/>
          <p14:tracePt t="28325" x="6797675" y="5200650"/>
          <p14:tracePt t="28341" x="6823075" y="5226050"/>
          <p14:tracePt t="28358" x="6831013" y="5235575"/>
          <p14:tracePt t="28359" x="6838950" y="5243513"/>
          <p14:tracePt t="28380" x="6856413" y="5260975"/>
          <p14:tracePt t="28393" x="6856413" y="5268913"/>
          <p14:tracePt t="28406" x="6864350" y="5286375"/>
          <p14:tracePt t="28423" x="6881813" y="5311775"/>
          <p14:tracePt t="28440" x="6907213" y="5327650"/>
          <p14:tracePt t="28458" x="6924675" y="5370513"/>
          <p14:tracePt t="28473" x="6924675" y="5380038"/>
          <p14:tracePt t="28490" x="6950075" y="5405438"/>
          <p14:tracePt t="28508" x="6967538" y="5446713"/>
          <p14:tracePt t="28526" x="6967538" y="5456238"/>
          <p14:tracePt t="28541" x="6975475" y="5464175"/>
          <p14:tracePt t="28557" x="6992938" y="5489575"/>
          <p14:tracePt t="28573" x="6992938" y="5507038"/>
          <p14:tracePt t="28591" x="7000875" y="5514975"/>
          <p14:tracePt t="28619" x="7000875" y="5524500"/>
          <p14:tracePt t="28632" x="7000875" y="5540375"/>
          <p14:tracePt t="28668" x="7018338" y="5540375"/>
          <p14:tracePt t="28689" x="7026275" y="5540375"/>
          <p14:tracePt t="28730" x="7034213" y="5540375"/>
          <p14:tracePt t="28751" x="7051675" y="5540375"/>
          <p14:tracePt t="28765" x="7059613" y="5540375"/>
          <p14:tracePt t="28807" x="7077075" y="5540375"/>
          <p14:tracePt t="28823" x="7085013" y="5540375"/>
          <p14:tracePt t="28850" x="7094538" y="5540375"/>
          <p14:tracePt t="28914" x="7112000" y="5540375"/>
          <p14:tracePt t="28948" x="7119938" y="5540375"/>
          <p14:tracePt t="29047" x="7137400" y="5540375"/>
          <p14:tracePt t="29060" x="7137400" y="5549900"/>
          <p14:tracePt t="29081" x="7145338" y="5549900"/>
          <p14:tracePt t="29103" x="7162800" y="5549900"/>
          <p14:tracePt t="29109" x="7153275" y="5549900"/>
          <p14:tracePt t="29124" x="7170738" y="5565775"/>
          <p14:tracePt t="29145" x="7170738" y="5575300"/>
          <p14:tracePt t="29195" x="7170738" y="5591175"/>
          <p14:tracePt t="29222" x="7170738" y="5600700"/>
          <p14:tracePt t="29314" x="7153275" y="5600700"/>
          <p14:tracePt t="29334" x="7145338" y="5600700"/>
          <p14:tracePt t="29340" x="7127875" y="5600700"/>
          <p14:tracePt t="29362" x="7119938" y="5600700"/>
          <p14:tracePt t="29371" x="7102475" y="5600700"/>
          <p14:tracePt t="29389" x="7069138" y="5600700"/>
          <p14:tracePt t="29406" x="6967538" y="5600700"/>
          <p14:tracePt t="29423" x="6881813" y="5616575"/>
          <p14:tracePt t="29439" x="6704013" y="5634038"/>
          <p14:tracePt t="29441" x="6592888" y="5634038"/>
          <p14:tracePt t="29456" x="6210300" y="5702300"/>
          <p14:tracePt t="29472" x="5888038" y="5761038"/>
          <p14:tracePt t="29489" x="5480050" y="5846763"/>
          <p14:tracePt t="29507" x="5386388" y="5864225"/>
          <p14:tracePt t="29524" x="5284788" y="5872163"/>
          <p14:tracePt t="29539" x="5224463" y="5872163"/>
          <p14:tracePt t="29556" x="5191125" y="5889625"/>
          <p14:tracePt t="29573" x="5106988" y="5905500"/>
          <p14:tracePt t="29589" x="5080000" y="5905500"/>
          <p14:tracePt t="29606" x="5054600" y="5915025"/>
          <p14:tracePt t="29623" x="5029200" y="5915025"/>
          <p14:tracePt t="29641" x="5021263" y="5915025"/>
          <p14:tracePt t="29642" x="5013325" y="5915025"/>
          <p14:tracePt t="29664" x="4995863" y="5915025"/>
          <p14:tracePt t="29672" x="4987925" y="5915025"/>
          <p14:tracePt t="29690" x="4970463" y="5915025"/>
          <p14:tracePt t="29706" x="4962525" y="5915025"/>
          <p14:tracePt t="29722" x="4953000" y="5915025"/>
          <p14:tracePt t="29740" x="4945063" y="5915025"/>
          <p14:tracePt t="29742" x="4935538" y="5932488"/>
          <p14:tracePt t="29769" x="4945063" y="5932488"/>
          <p14:tracePt t="29775" x="4935538" y="5932488"/>
          <p14:tracePt t="29789" x="4953000" y="5932488"/>
          <p14:tracePt t="29805" x="4962525" y="5932488"/>
          <p14:tracePt t="29822" x="4978400" y="5932488"/>
          <p14:tracePt t="29838" x="4987925" y="5932488"/>
          <p14:tracePt t="29855" x="5106988" y="5932488"/>
          <p14:tracePt t="29872" x="5302250" y="5932488"/>
          <p14:tracePt t="29874" x="5556250" y="5915025"/>
          <p14:tracePt t="29889" x="6032500" y="5889625"/>
          <p14:tracePt t="29907" x="6380163" y="5872163"/>
          <p14:tracePt t="29909" x="6524625" y="5872163"/>
          <p14:tracePt t="29922" x="6635750" y="5872163"/>
          <p14:tracePt t="29924" x="6754813" y="5872163"/>
          <p14:tracePt t="29939" x="6848475" y="5872163"/>
          <p14:tracePt t="29957" x="6950075" y="5872163"/>
          <p14:tracePt t="29973" x="7034213" y="5872163"/>
          <p14:tracePt t="29989" x="7094538" y="5872163"/>
          <p14:tracePt t="30008" x="7229475" y="5872163"/>
          <p14:tracePt t="30022" x="7358063" y="5872163"/>
          <p14:tracePt t="30038" x="7510463" y="5838825"/>
          <p14:tracePt t="30056" x="7654925" y="5788025"/>
          <p14:tracePt t="30071" x="7715250" y="5770563"/>
          <p14:tracePt t="30090" x="7816850" y="5727700"/>
          <p14:tracePt t="30106" x="7900988" y="5668963"/>
          <p14:tracePt t="30107" x="8088313" y="5583238"/>
          <p14:tracePt t="30122" x="8955088" y="4987925"/>
          <p14:tracePt t="30139" x="9667875" y="4486275"/>
          <p14:tracePt t="30140" x="9847263" y="4368800"/>
          <p14:tracePt t="30155" x="10101263" y="4224338"/>
          <p14:tracePt t="30172" x="10255250" y="4189413"/>
          <p14:tracePt t="30190" x="10458450" y="4138613"/>
          <p14:tracePt t="30206" x="10526713" y="4121150"/>
          <p14:tracePt t="30222" x="10569575" y="4113213"/>
          <p14:tracePt t="30239" x="10594975" y="4113213"/>
          <p14:tracePt t="30255" x="10602913" y="4113213"/>
          <p14:tracePt t="30274" x="10620375" y="4113213"/>
          <p14:tracePt t="30294" x="10628313" y="4113213"/>
          <p14:tracePt t="30308" x="10637838" y="4130675"/>
          <p14:tracePt t="30336" x="10653713" y="4138613"/>
          <p14:tracePt t="30372" x="10663238" y="4156075"/>
          <p14:tracePt t="30386" x="10663238" y="4164013"/>
          <p14:tracePt t="30682" x="10721975" y="4146550"/>
          <p14:tracePt t="30712" x="10968038" y="4079875"/>
          <p14:tracePt t="30720" x="11010900" y="4079875"/>
          <p14:tracePt t="30738" x="11112500" y="4052888"/>
          <p14:tracePt t="30754" x="11188700" y="4037013"/>
          <p14:tracePt t="30772" x="11256963" y="4019550"/>
          <p14:tracePt t="30788" x="11291888" y="4019550"/>
          <p14:tracePt t="30805" x="11317288" y="4011613"/>
          <p14:tracePt t="30821" x="11350625" y="4011613"/>
          <p14:tracePt t="30824" x="11368088" y="4011613"/>
          <p14:tracePt t="30838" x="11401425" y="3994150"/>
          <p14:tracePt t="30855" x="11461750" y="3986213"/>
          <p14:tracePt t="30872" x="11555413" y="3986213"/>
          <p14:tracePt t="31165" x="11664950" y="3976688"/>
        </p14:tracePtLst>
      </p14:laserTraceLst>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6FD"/>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3657600" cy="228600"/>
          </a:xfrm>
          <a:prstGeom prst="rect">
            <a:avLst/>
          </a:prstGeom>
          <a:noFill/>
        </p:spPr>
        <p:txBody>
          <a:bodyPr wrap="square" lIns="27432" tIns="27432" rIns="27432" bIns="27432" anchor="t">
            <a:spAutoFit/>
          </a:bodyPr>
          <a:lstStyle/>
          <a:p>
            <a:pPr algn="l">
              <a:spcAft>
                <a:spcPts val="0"/>
              </a:spcAft>
            </a:pPr>
            <a:r>
              <a:rPr sz="1000" b="1" i="0">
                <a:solidFill>
                  <a:srgbClr val="5B37B4"/>
                </a:solidFill>
                <a:latin typeface="Aptos"/>
              </a:rPr>
              <a:t>04 / RESULTS</a:t>
            </a:r>
          </a:p>
        </p:txBody>
      </p:sp>
      <p:sp>
        <p:nvSpPr>
          <p:cNvPr id="3" name="TextBox 2"/>
          <p:cNvSpPr txBox="1"/>
          <p:nvPr/>
        </p:nvSpPr>
        <p:spPr>
          <a:xfrm>
            <a:off x="594360" y="658368"/>
            <a:ext cx="10972800" cy="502920"/>
          </a:xfrm>
          <a:prstGeom prst="rect">
            <a:avLst/>
          </a:prstGeom>
          <a:noFill/>
        </p:spPr>
        <p:txBody>
          <a:bodyPr wrap="square" lIns="27432" tIns="27432" rIns="27432" bIns="27432" anchor="t">
            <a:spAutoFit/>
          </a:bodyPr>
          <a:lstStyle/>
          <a:p>
            <a:pPr algn="l">
              <a:spcAft>
                <a:spcPts val="0"/>
              </a:spcAft>
            </a:pPr>
            <a:r>
              <a:rPr sz="2800" b="1" i="0">
                <a:solidFill>
                  <a:srgbClr val="2B1C4F"/>
                </a:solidFill>
                <a:latin typeface="Aptos"/>
              </a:rPr>
              <a:t>The observed gap is small relative to the uncertainty</a:t>
            </a:r>
          </a:p>
        </p:txBody>
      </p:sp>
      <p:sp>
        <p:nvSpPr>
          <p:cNvPr id="4" name="TextBox 3"/>
          <p:cNvSpPr txBox="1"/>
          <p:nvPr/>
        </p:nvSpPr>
        <p:spPr>
          <a:xfrm>
            <a:off x="612648" y="1225296"/>
            <a:ext cx="10972800" cy="347472"/>
          </a:xfrm>
          <a:prstGeom prst="rect">
            <a:avLst/>
          </a:prstGeom>
          <a:noFill/>
        </p:spPr>
        <p:txBody>
          <a:bodyPr wrap="square" lIns="27432" tIns="27432" rIns="27432" bIns="27432" anchor="t">
            <a:spAutoFit/>
          </a:bodyPr>
          <a:lstStyle/>
          <a:p>
            <a:pPr algn="l">
              <a:spcAft>
                <a:spcPts val="0"/>
              </a:spcAft>
            </a:pPr>
            <a:r>
              <a:rPr sz="1200" b="0" i="0">
                <a:solidFill>
                  <a:srgbClr val="696376"/>
                </a:solidFill>
                <a:latin typeface="Aptos"/>
              </a:rPr>
              <a:t>Mean customer-level average recorded transaction sales; uncertainty shown as the 95% CI for the difference.</a:t>
            </a:r>
          </a:p>
        </p:txBody>
      </p:sp>
      <p:sp>
        <p:nvSpPr>
          <p:cNvPr id="5" name="Rectangle 4"/>
          <p:cNvSpPr/>
          <p:nvPr/>
        </p:nvSpPr>
        <p:spPr>
          <a:xfrm>
            <a:off x="594360" y="6473952"/>
            <a:ext cx="10972800" cy="10972"/>
          </a:xfrm>
          <a:prstGeom prst="rect">
            <a:avLst/>
          </a:prstGeom>
          <a:solidFill>
            <a:srgbClr val="E1D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12648" y="6537960"/>
            <a:ext cx="8046720" cy="164592"/>
          </a:xfrm>
          <a:prstGeom prst="rect">
            <a:avLst/>
          </a:prstGeom>
          <a:noFill/>
        </p:spPr>
        <p:txBody>
          <a:bodyPr wrap="square" lIns="27432" tIns="27432" rIns="27432" bIns="27432" anchor="t">
            <a:spAutoFit/>
          </a:bodyPr>
          <a:lstStyle/>
          <a:p>
            <a:pPr algn="l">
              <a:spcAft>
                <a:spcPts val="0"/>
              </a:spcAft>
            </a:pPr>
            <a:r>
              <a:rPr sz="800" b="0" i="0">
                <a:solidFill>
                  <a:srgbClr val="696376"/>
                </a:solidFill>
                <a:latin typeface="Aptos"/>
              </a:rPr>
              <a:t>APEXPLANET DATA ANALYTICS INTERNSHIP  •  TASK 4</a:t>
            </a:r>
          </a:p>
        </p:txBody>
      </p:sp>
      <p:sp>
        <p:nvSpPr>
          <p:cNvPr id="7" name="TextBox 6"/>
          <p:cNvSpPr txBox="1"/>
          <p:nvPr/>
        </p:nvSpPr>
        <p:spPr>
          <a:xfrm>
            <a:off x="10972800" y="6519672"/>
            <a:ext cx="502920" cy="201168"/>
          </a:xfrm>
          <a:prstGeom prst="rect">
            <a:avLst/>
          </a:prstGeom>
          <a:noFill/>
        </p:spPr>
        <p:txBody>
          <a:bodyPr wrap="square" lIns="27432" tIns="27432" rIns="27432" bIns="27432" anchor="t">
            <a:spAutoFit/>
          </a:bodyPr>
          <a:lstStyle/>
          <a:p>
            <a:pPr algn="r">
              <a:spcAft>
                <a:spcPts val="0"/>
              </a:spcAft>
            </a:pPr>
            <a:r>
              <a:rPr sz="900" b="1" i="0">
                <a:solidFill>
                  <a:srgbClr val="5B37B4"/>
                </a:solidFill>
                <a:latin typeface="Aptos"/>
              </a:rPr>
              <a:t>05</a:t>
            </a:r>
          </a:p>
        </p:txBody>
      </p:sp>
      <p:sp>
        <p:nvSpPr>
          <p:cNvPr id="8" name="TextBox 7"/>
          <p:cNvSpPr txBox="1"/>
          <p:nvPr/>
        </p:nvSpPr>
        <p:spPr>
          <a:xfrm>
            <a:off x="777240" y="1737360"/>
            <a:ext cx="1828800" cy="228600"/>
          </a:xfrm>
          <a:prstGeom prst="rect">
            <a:avLst/>
          </a:prstGeom>
          <a:noFill/>
        </p:spPr>
        <p:txBody>
          <a:bodyPr wrap="square" lIns="27432" tIns="27432" rIns="27432" bIns="27432" anchor="t">
            <a:spAutoFit/>
          </a:bodyPr>
          <a:lstStyle/>
          <a:p>
            <a:pPr algn="l">
              <a:spcAft>
                <a:spcPts val="0"/>
              </a:spcAft>
            </a:pPr>
            <a:r>
              <a:rPr sz="1000" b="1" i="0">
                <a:solidFill>
                  <a:srgbClr val="5B37B4"/>
                </a:solidFill>
                <a:latin typeface="Aptos"/>
              </a:rPr>
              <a:t>GROUP MEANS</a:t>
            </a:r>
          </a:p>
        </p:txBody>
      </p:sp>
      <p:sp>
        <p:nvSpPr>
          <p:cNvPr id="9" name="TextBox 8"/>
          <p:cNvSpPr txBox="1"/>
          <p:nvPr/>
        </p:nvSpPr>
        <p:spPr>
          <a:xfrm>
            <a:off x="868680" y="2377439"/>
            <a:ext cx="1051560" cy="274320"/>
          </a:xfrm>
          <a:prstGeom prst="rect">
            <a:avLst/>
          </a:prstGeom>
          <a:noFill/>
        </p:spPr>
        <p:txBody>
          <a:bodyPr wrap="square" lIns="27432" tIns="27432" rIns="27432" bIns="27432" anchor="t">
            <a:spAutoFit/>
          </a:bodyPr>
          <a:lstStyle/>
          <a:p>
            <a:pPr algn="l">
              <a:spcAft>
                <a:spcPts val="0"/>
              </a:spcAft>
            </a:pPr>
            <a:r>
              <a:rPr sz="1500" b="1" i="0">
                <a:solidFill>
                  <a:srgbClr val="2B1C4F"/>
                </a:solidFill>
                <a:latin typeface="Aptos"/>
              </a:rPr>
              <a:t>Male</a:t>
            </a:r>
          </a:p>
        </p:txBody>
      </p:sp>
      <p:sp>
        <p:nvSpPr>
          <p:cNvPr id="10" name="Rounded Rectangle 9"/>
          <p:cNvSpPr/>
          <p:nvPr/>
        </p:nvSpPr>
        <p:spPr>
          <a:xfrm>
            <a:off x="2148840" y="2331720"/>
            <a:ext cx="6583680" cy="457200"/>
          </a:xfrm>
          <a:prstGeom prst="roundRect">
            <a:avLst/>
          </a:prstGeom>
          <a:solidFill>
            <a:srgbClr val="EFE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2148840" y="2331720"/>
            <a:ext cx="5799015" cy="457200"/>
          </a:xfrm>
          <a:prstGeom prst="roundRect">
            <a:avLst/>
          </a:prstGeom>
          <a:solidFill>
            <a:srgbClr val="5B3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006840" y="2386584"/>
            <a:ext cx="2011680" cy="274320"/>
          </a:xfrm>
          <a:prstGeom prst="rect">
            <a:avLst/>
          </a:prstGeom>
          <a:noFill/>
        </p:spPr>
        <p:txBody>
          <a:bodyPr wrap="square" lIns="27432" tIns="27432" rIns="27432" bIns="27432" anchor="t">
            <a:spAutoFit/>
          </a:bodyPr>
          <a:lstStyle/>
          <a:p>
            <a:pPr algn="l">
              <a:spcAft>
                <a:spcPts val="0"/>
              </a:spcAft>
            </a:pPr>
            <a:r>
              <a:rPr sz="1500" b="1" i="0">
                <a:solidFill>
                  <a:srgbClr val="2B1C4F"/>
                </a:solidFill>
                <a:latin typeface="Aptos"/>
              </a:rPr>
              <a:t>140,930.68</a:t>
            </a:r>
          </a:p>
        </p:txBody>
      </p:sp>
      <p:sp>
        <p:nvSpPr>
          <p:cNvPr id="13" name="TextBox 12"/>
          <p:cNvSpPr txBox="1"/>
          <p:nvPr/>
        </p:nvSpPr>
        <p:spPr>
          <a:xfrm>
            <a:off x="868680" y="3291839"/>
            <a:ext cx="1051560" cy="274320"/>
          </a:xfrm>
          <a:prstGeom prst="rect">
            <a:avLst/>
          </a:prstGeom>
          <a:noFill/>
        </p:spPr>
        <p:txBody>
          <a:bodyPr wrap="square" lIns="27432" tIns="27432" rIns="27432" bIns="27432" anchor="t">
            <a:spAutoFit/>
          </a:bodyPr>
          <a:lstStyle/>
          <a:p>
            <a:pPr algn="l">
              <a:spcAft>
                <a:spcPts val="0"/>
              </a:spcAft>
            </a:pPr>
            <a:r>
              <a:rPr sz="1500" b="1" i="0">
                <a:solidFill>
                  <a:srgbClr val="2B1C4F"/>
                </a:solidFill>
                <a:latin typeface="Aptos"/>
              </a:rPr>
              <a:t>Female</a:t>
            </a:r>
          </a:p>
        </p:txBody>
      </p:sp>
      <p:sp>
        <p:nvSpPr>
          <p:cNvPr id="14" name="Rounded Rectangle 13"/>
          <p:cNvSpPr/>
          <p:nvPr/>
        </p:nvSpPr>
        <p:spPr>
          <a:xfrm>
            <a:off x="2148840" y="3246120"/>
            <a:ext cx="6583680" cy="457200"/>
          </a:xfrm>
          <a:prstGeom prst="roundRect">
            <a:avLst/>
          </a:prstGeom>
          <a:solidFill>
            <a:srgbClr val="EFE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148840" y="3246120"/>
            <a:ext cx="5561719" cy="457200"/>
          </a:xfrm>
          <a:prstGeom prst="roundRect">
            <a:avLst/>
          </a:prstGeom>
          <a:solidFill>
            <a:srgbClr val="8462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06840" y="3300984"/>
            <a:ext cx="2011680" cy="274320"/>
          </a:xfrm>
          <a:prstGeom prst="rect">
            <a:avLst/>
          </a:prstGeom>
          <a:noFill/>
        </p:spPr>
        <p:txBody>
          <a:bodyPr wrap="square" lIns="27432" tIns="27432" rIns="27432" bIns="27432" anchor="t">
            <a:spAutoFit/>
          </a:bodyPr>
          <a:lstStyle/>
          <a:p>
            <a:pPr algn="l">
              <a:spcAft>
                <a:spcPts val="0"/>
              </a:spcAft>
            </a:pPr>
            <a:r>
              <a:rPr sz="1500" b="1" i="0">
                <a:solidFill>
                  <a:srgbClr val="2B1C4F"/>
                </a:solidFill>
                <a:latin typeface="Aptos"/>
              </a:rPr>
              <a:t>135,163.78</a:t>
            </a:r>
          </a:p>
        </p:txBody>
      </p:sp>
      <p:sp>
        <p:nvSpPr>
          <p:cNvPr id="17" name="Rounded Rectangle 16"/>
          <p:cNvSpPr/>
          <p:nvPr/>
        </p:nvSpPr>
        <p:spPr>
          <a:xfrm>
            <a:off x="777240" y="4251960"/>
            <a:ext cx="10607040" cy="1005840"/>
          </a:xfrm>
          <a:prstGeom prst="roundRect">
            <a:avLst/>
          </a:prstGeom>
          <a:solidFill>
            <a:srgbClr val="FFFFFF"/>
          </a:solidFill>
          <a:ln w="12700">
            <a:solidFill>
              <a:srgbClr val="E1D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05840" y="4462272"/>
            <a:ext cx="4846320" cy="228600"/>
          </a:xfrm>
          <a:prstGeom prst="rect">
            <a:avLst/>
          </a:prstGeom>
          <a:noFill/>
        </p:spPr>
        <p:txBody>
          <a:bodyPr wrap="square" lIns="27432" tIns="27432" rIns="27432" bIns="27432" anchor="t">
            <a:spAutoFit/>
          </a:bodyPr>
          <a:lstStyle/>
          <a:p>
            <a:pPr algn="l">
              <a:spcAft>
                <a:spcPts val="0"/>
              </a:spcAft>
            </a:pPr>
            <a:r>
              <a:rPr sz="1000" b="1" i="0">
                <a:solidFill>
                  <a:srgbClr val="5B37B4"/>
                </a:solidFill>
                <a:latin typeface="Aptos"/>
              </a:rPr>
              <a:t>95% CI FOR MEAN DIFFERENCE (MALE − FEMALE)</a:t>
            </a:r>
          </a:p>
        </p:txBody>
      </p:sp>
      <p:sp>
        <p:nvSpPr>
          <p:cNvPr id="19" name="TextBox 18"/>
          <p:cNvSpPr txBox="1"/>
          <p:nvPr/>
        </p:nvSpPr>
        <p:spPr>
          <a:xfrm>
            <a:off x="1005840" y="4773168"/>
            <a:ext cx="5029200" cy="320040"/>
          </a:xfrm>
          <a:prstGeom prst="rect">
            <a:avLst/>
          </a:prstGeom>
          <a:noFill/>
        </p:spPr>
        <p:txBody>
          <a:bodyPr wrap="square" lIns="27432" tIns="27432" rIns="27432" bIns="27432" anchor="t">
            <a:spAutoFit/>
          </a:bodyPr>
          <a:lstStyle/>
          <a:p>
            <a:pPr algn="l">
              <a:spcAft>
                <a:spcPts val="0"/>
              </a:spcAft>
            </a:pPr>
            <a:r>
              <a:rPr sz="1900" b="1" i="0">
                <a:solidFill>
                  <a:srgbClr val="2B1C4F"/>
                </a:solidFill>
                <a:latin typeface="Aptos"/>
              </a:rPr>
              <a:t>−8,878.91  to  20,412.73</a:t>
            </a:r>
          </a:p>
        </p:txBody>
      </p:sp>
      <p:sp>
        <p:nvSpPr>
          <p:cNvPr id="20" name="TextBox 19"/>
          <p:cNvSpPr txBox="1"/>
          <p:nvPr/>
        </p:nvSpPr>
        <p:spPr>
          <a:xfrm>
            <a:off x="6583680" y="4736592"/>
            <a:ext cx="3931920" cy="320040"/>
          </a:xfrm>
          <a:prstGeom prst="rect">
            <a:avLst/>
          </a:prstGeom>
          <a:noFill/>
        </p:spPr>
        <p:txBody>
          <a:bodyPr wrap="square" lIns="27432" tIns="27432" rIns="27432" bIns="27432" anchor="t">
            <a:spAutoFit/>
          </a:bodyPr>
          <a:lstStyle/>
          <a:p>
            <a:pPr algn="l">
              <a:spcAft>
                <a:spcPts val="0"/>
              </a:spcAft>
            </a:pPr>
            <a:r>
              <a:rPr sz="1400" b="1" i="0">
                <a:solidFill>
                  <a:srgbClr val="696376"/>
                </a:solidFill>
                <a:latin typeface="Aptos"/>
              </a:rPr>
              <a:t>The interval includes zero.</a:t>
            </a:r>
          </a:p>
        </p:txBody>
      </p:sp>
      <p:sp>
        <p:nvSpPr>
          <p:cNvPr id="21" name="TextBox 20"/>
          <p:cNvSpPr txBox="1"/>
          <p:nvPr/>
        </p:nvSpPr>
        <p:spPr>
          <a:xfrm>
            <a:off x="822960" y="5715000"/>
            <a:ext cx="10332720" cy="320040"/>
          </a:xfrm>
          <a:prstGeom prst="rect">
            <a:avLst/>
          </a:prstGeom>
          <a:noFill/>
        </p:spPr>
        <p:txBody>
          <a:bodyPr wrap="square" lIns="27432" tIns="27432" rIns="27432" bIns="27432" anchor="t">
            <a:spAutoFit/>
          </a:bodyPr>
          <a:lstStyle/>
          <a:p>
            <a:pPr algn="l">
              <a:spcAft>
                <a:spcPts val="0"/>
              </a:spcAft>
            </a:pPr>
            <a:r>
              <a:rPr sz="1300" b="1" i="0">
                <a:solidFill>
                  <a:srgbClr val="2B1C4F"/>
                </a:solidFill>
                <a:latin typeface="Aptos"/>
              </a:rPr>
              <a:t>Observed difference: 5,766.91  |  p = 0.439854  |  t = 0.7728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31032">
        <p159:morph option="byObject"/>
      </p:transition>
    </mc:Choice>
    <mc:Fallback>
      <p:transition spd="slow" advTm="31032">
        <p:fade/>
      </p:transition>
    </mc:Fallback>
  </mc:AlternateContent>
  <p:extLst>
    <p:ext uri="{3A86A75C-4F4B-4683-9AE1-C65F6400EC91}">
      <p14:laserTraceLst xmlns:p14="http://schemas.microsoft.com/office/powerpoint/2010/main">
        <p14:tracePtLst>
          <p14:tracePt t="1542" x="12115800" y="3330575"/>
          <p14:tracePt t="1564" x="12106275" y="3330575"/>
          <p14:tracePt t="1582" x="12080875" y="3330575"/>
          <p14:tracePt t="1599" x="12055475" y="3330575"/>
          <p14:tracePt t="1615" x="12030075" y="3330575"/>
          <p14:tracePt t="1632" x="12014200" y="3330575"/>
          <p14:tracePt t="1648" x="11911013" y="3330575"/>
          <p14:tracePt t="1665" x="11860213" y="3330575"/>
          <p14:tracePt t="1683" x="11707813" y="3330575"/>
          <p14:tracePt t="1698" x="11555413" y="3330575"/>
          <p14:tracePt t="1716" x="11426825" y="3314700"/>
          <p14:tracePt t="1718" x="11385550" y="3305175"/>
          <p14:tracePt t="1732" x="11231563" y="3305175"/>
          <p14:tracePt t="1749" x="11079163" y="3271838"/>
          <p14:tracePt t="1767" x="10942638" y="3271838"/>
          <p14:tracePt t="1781" x="10883900" y="3271838"/>
          <p14:tracePt t="1798" x="10815638" y="3254375"/>
          <p14:tracePt t="1814" x="10739438" y="3254375"/>
          <p14:tracePt t="1832" x="10653713" y="3238500"/>
          <p14:tracePt t="1848" x="10620375" y="3238500"/>
          <p14:tracePt t="1866" x="10569575" y="3228975"/>
          <p14:tracePt t="1883" x="10518775" y="3211513"/>
          <p14:tracePt t="1885" x="10501313" y="3211513"/>
          <p14:tracePt t="1900" x="10433050" y="3195638"/>
          <p14:tracePt t="1915" x="10364788" y="3160713"/>
          <p14:tracePt t="1917" x="10245725" y="3144838"/>
          <p14:tracePt t="1931" x="9550400" y="3016250"/>
          <p14:tracePt t="1949" x="8453438" y="2719388"/>
          <p14:tracePt t="1965" x="7604125" y="2455863"/>
          <p14:tracePt t="1981" x="7332663" y="2413000"/>
          <p14:tracePt t="1998" x="6678613" y="2328863"/>
          <p14:tracePt t="2015" x="6159500" y="2235200"/>
          <p14:tracePt t="2032" x="5538788" y="2082800"/>
          <p14:tracePt t="2034" x="5343525" y="2055813"/>
          <p14:tracePt t="2047" x="4851400" y="1920875"/>
          <p14:tracePt t="2064" x="4443413" y="1827213"/>
          <p14:tracePt t="2081" x="4179888" y="1809750"/>
          <p14:tracePt t="2097" x="3797300" y="1751013"/>
          <p14:tracePt t="2114" x="3636963" y="1690688"/>
          <p14:tracePt t="2133" x="3482975" y="1674813"/>
          <p14:tracePt t="2147" x="3406775" y="1665288"/>
          <p14:tracePt t="2546" x="3389313" y="1665288"/>
          <p14:tracePt t="2552" x="3381375" y="1649413"/>
          <p14:tracePt t="2563" x="3373438" y="1639888"/>
          <p14:tracePt t="2581" x="3305175" y="1622425"/>
          <p14:tracePt t="2597" x="3297238" y="1614488"/>
          <p14:tracePt t="2614" x="3270250" y="1606550"/>
          <p14:tracePt t="2630" x="3228975" y="1589088"/>
          <p14:tracePt t="2647" x="3203575" y="1589088"/>
          <p14:tracePt t="2665" x="3186113" y="1563688"/>
          <p14:tracePt t="2680" x="3160713" y="1555750"/>
          <p14:tracePt t="2697" x="3135313" y="1538288"/>
          <p14:tracePt t="2714" x="3117850" y="1530350"/>
          <p14:tracePt t="2715" x="3109913" y="1530350"/>
          <p14:tracePt t="2731" x="3084513" y="1504950"/>
          <p14:tracePt t="2749" x="3059113" y="1477963"/>
          <p14:tracePt t="2764" x="3049588" y="1470025"/>
          <p14:tracePt t="2780" x="3033713" y="1452563"/>
          <p14:tracePt t="2798" x="3024188" y="1444625"/>
          <p14:tracePt t="2814" x="3016250" y="1444625"/>
          <p14:tracePt t="2830" x="3016250" y="1419225"/>
          <p14:tracePt t="2854" x="3016250" y="1411288"/>
          <p14:tracePt t="2875" x="3016250" y="1393825"/>
          <p14:tracePt t="2902" x="3016250" y="1385888"/>
          <p14:tracePt t="2924" x="3024188" y="1376363"/>
          <p14:tracePt t="2945" x="3041650" y="1376363"/>
          <p14:tracePt t="2951" x="3049588" y="1376363"/>
          <p14:tracePt t="2964" x="3049588" y="1360488"/>
          <p14:tracePt t="2980" x="3074988" y="1360488"/>
          <p14:tracePt t="2982" x="3100388" y="1350963"/>
          <p14:tracePt t="2998" x="3127375" y="1333500"/>
          <p14:tracePt t="3013" x="3152775" y="1325563"/>
          <p14:tracePt t="3030" x="3203575" y="1308100"/>
          <p14:tracePt t="3047" x="3211513" y="1300163"/>
          <p14:tracePt t="3064" x="3228975" y="1300163"/>
          <p14:tracePt t="3066" x="3236913" y="1300163"/>
          <p14:tracePt t="3080" x="3262313" y="1282700"/>
          <p14:tracePt t="3096" x="3287713" y="1282700"/>
          <p14:tracePt t="3115" x="3313113" y="1274763"/>
          <p14:tracePt t="3130" x="3338513" y="1274763"/>
          <p14:tracePt t="3147" x="3381375" y="1257300"/>
          <p14:tracePt t="3163" x="3398838" y="1249363"/>
          <p14:tracePt t="3181" x="3424238" y="1249363"/>
          <p14:tracePt t="3184" x="3441700" y="1249363"/>
          <p14:tracePt t="3198" x="3475038" y="1249363"/>
          <p14:tracePt t="3213" x="3492500" y="1231900"/>
          <p14:tracePt t="3230" x="3525838" y="1231900"/>
          <p14:tracePt t="3247" x="3551238" y="1231900"/>
          <p14:tracePt t="3249" x="3576638" y="1231900"/>
          <p14:tracePt t="3264" x="3586163" y="1231900"/>
          <p14:tracePt t="3282" x="3652838" y="1231900"/>
          <p14:tracePt t="3297" x="3678238" y="1231900"/>
          <p14:tracePt t="3314" x="3687763" y="1231900"/>
          <p14:tracePt t="3316" x="3713163" y="1231900"/>
          <p14:tracePt t="3329" x="3729038" y="1231900"/>
          <p14:tracePt t="3347" x="3763963" y="1231900"/>
          <p14:tracePt t="3364" x="3789363" y="1231900"/>
          <p14:tracePt t="3366" x="3797300" y="1231900"/>
          <p14:tracePt t="3380" x="3814763" y="1231900"/>
          <p14:tracePt t="3381" x="3822700" y="1231900"/>
          <p14:tracePt t="3396" x="3840163" y="1231900"/>
          <p14:tracePt t="3413" x="3865563" y="1231900"/>
          <p14:tracePt t="3878" x="3873500" y="1231900"/>
          <p14:tracePt t="3885" x="3900488" y="1231900"/>
          <p14:tracePt t="3898" x="3925888" y="1231900"/>
          <p14:tracePt t="3912" x="3933825" y="1223963"/>
          <p14:tracePt t="3929" x="3976688" y="1206500"/>
          <p14:tracePt t="3947" x="4002088" y="1206500"/>
          <p14:tracePt t="3963" x="4035425" y="1198563"/>
          <p14:tracePt t="3980" x="4060825" y="1198563"/>
          <p14:tracePt t="3983" x="4086225" y="1181100"/>
          <p14:tracePt t="3997" x="4111625" y="1181100"/>
          <p14:tracePt t="4013" x="4121150" y="1173163"/>
          <p14:tracePt t="4029" x="4146550" y="1173163"/>
          <p14:tracePt t="4047" x="4171950" y="1155700"/>
          <p14:tracePt t="4063" x="4197350" y="1147763"/>
          <p14:tracePt t="4079" x="4205288" y="1147763"/>
          <p14:tracePt t="4096" x="4230688" y="1147763"/>
          <p14:tracePt t="4115" x="4248150" y="1147763"/>
          <p14:tracePt t="4129" x="4256088" y="1147763"/>
          <p14:tracePt t="4146" x="4265613" y="1147763"/>
          <p14:tracePt t="4163" x="4281488" y="1147763"/>
          <p14:tracePt t="4166" x="4291013" y="1147763"/>
          <p14:tracePt t="4180" x="4306888" y="1147763"/>
          <p14:tracePt t="4195" x="4316413" y="1147763"/>
          <p14:tracePt t="4222" x="4332288" y="1147763"/>
          <p14:tracePt t="4256" x="4341813" y="1147763"/>
          <p14:tracePt t="4278" x="4349750" y="1147763"/>
          <p14:tracePt t="4292" x="4367213" y="1147763"/>
          <p14:tracePt t="4334" x="4375150" y="1147763"/>
          <p14:tracePt t="4355" x="4392613" y="1147763"/>
          <p14:tracePt t="4375" x="4400550" y="1147763"/>
          <p14:tracePt t="4403" x="4418013" y="1147763"/>
          <p14:tracePt t="4431" x="4425950" y="1147763"/>
          <p14:tracePt t="4446" x="4435475" y="1147763"/>
          <p14:tracePt t="4474" x="4451350" y="1147763"/>
          <p14:tracePt t="4480" x="4443413" y="1147763"/>
          <p14:tracePt t="4487" x="4451350" y="1147763"/>
          <p14:tracePt t="4501" x="4460875" y="1147763"/>
          <p14:tracePt t="4523" x="4476750" y="1147763"/>
          <p14:tracePt t="4558" x="4486275" y="1147763"/>
          <p14:tracePt t="4580" x="4503738" y="1147763"/>
          <p14:tracePt t="4614" x="4511675" y="1147763"/>
          <p14:tracePt t="4630" x="4519613" y="1147763"/>
          <p14:tracePt t="4648" x="4537075" y="1147763"/>
          <p14:tracePt t="4655" x="4529138" y="1147763"/>
          <p14:tracePt t="4663" x="4537075" y="1147763"/>
          <p14:tracePt t="4690" x="4545013" y="1147763"/>
          <p14:tracePt t="4704" x="4562475" y="1147763"/>
          <p14:tracePt t="4719" x="4570413" y="1147763"/>
          <p14:tracePt t="4754" x="4579938" y="1147763"/>
          <p14:tracePt t="4768" x="4595813" y="1147763"/>
          <p14:tracePt t="4795" x="4605338" y="1147763"/>
          <p14:tracePt t="4802" x="4621213" y="1147763"/>
          <p14:tracePt t="4819" x="4630738" y="1147763"/>
          <p14:tracePt t="4828" x="4646613" y="1147763"/>
          <p14:tracePt t="4860" x="4656138" y="1147763"/>
          <p14:tracePt t="4887" x="4664075" y="1147763"/>
          <p14:tracePt t="4923" x="4681538" y="1147763"/>
          <p14:tracePt t="4943" x="4689475" y="1147763"/>
          <p14:tracePt t="4958" x="4706938" y="1147763"/>
          <p14:tracePt t="5000" x="4714875" y="1147763"/>
          <p14:tracePt t="5022" x="4732338" y="1147763"/>
          <p14:tracePt t="5029" x="4740275" y="1147763"/>
          <p14:tracePt t="5048" x="4749800" y="1147763"/>
          <p14:tracePt t="5063" x="4765675" y="1147763"/>
          <p14:tracePt t="5078" x="4765675" y="1163638"/>
          <p14:tracePt t="5091" x="4775200" y="1163638"/>
          <p14:tracePt t="5105" x="4791075" y="1163638"/>
          <p14:tracePt t="5119" x="4800600" y="1163638"/>
          <p14:tracePt t="5154" x="4808538" y="1163638"/>
          <p14:tracePt t="5182" x="4826000" y="1163638"/>
          <p14:tracePt t="5203" x="4833938" y="1163638"/>
          <p14:tracePt t="5238" x="4851400" y="1163638"/>
          <p14:tracePt t="5253" x="4859338" y="1163638"/>
          <p14:tracePt t="5273" x="4876800" y="1163638"/>
          <p14:tracePt t="5287" x="4884738" y="1163638"/>
          <p14:tracePt t="5295" x="4894263" y="1163638"/>
          <p14:tracePt t="5311" x="4910138" y="1163638"/>
          <p14:tracePt t="5331" x="4935538" y="1163638"/>
          <p14:tracePt t="5345" x="4945063" y="1163638"/>
          <p14:tracePt t="5363" x="4970463" y="1163638"/>
          <p14:tracePt t="5365" x="4978400" y="1163638"/>
          <p14:tracePt t="5379" x="5021263" y="1163638"/>
          <p14:tracePt t="5394" x="5046663" y="1163638"/>
          <p14:tracePt t="5411" x="5080000" y="1163638"/>
          <p14:tracePt t="5430" x="5148263" y="1155700"/>
          <p14:tracePt t="5445" x="5199063" y="1155700"/>
          <p14:tracePt t="5461" x="5241925" y="1155700"/>
          <p14:tracePt t="5478" x="5292725" y="1147763"/>
          <p14:tracePt t="5495" x="5318125" y="1147763"/>
          <p14:tracePt t="5512" x="5360988" y="1147763"/>
          <p14:tracePt t="5527" x="5386388" y="1147763"/>
          <p14:tracePt t="5545" x="5411788" y="1147763"/>
          <p14:tracePt t="5547" x="5429250" y="1147763"/>
          <p14:tracePt t="5561" x="5454650" y="1147763"/>
          <p14:tracePt t="5577" x="5472113" y="1147763"/>
          <p14:tracePt t="5594" x="5513388" y="1147763"/>
          <p14:tracePt t="5596" x="5522913" y="1147763"/>
          <p14:tracePt t="5611" x="5573713" y="1147763"/>
          <p14:tracePt t="5628" x="5649913" y="1130300"/>
          <p14:tracePt t="5645" x="5751513" y="1130300"/>
          <p14:tracePt t="5661" x="5819775" y="1130300"/>
          <p14:tracePt t="5677" x="5930900" y="1130300"/>
          <p14:tracePt t="5695" x="6065838" y="1130300"/>
          <p14:tracePt t="5711" x="6159500" y="1130300"/>
          <p14:tracePt t="5729" x="6278563" y="1130300"/>
          <p14:tracePt t="5744" x="6329363" y="1138238"/>
          <p14:tracePt t="5762" x="6423025" y="1138238"/>
          <p14:tracePt t="5763" x="6456363" y="1147763"/>
          <p14:tracePt t="5777" x="6483350" y="1147763"/>
          <p14:tracePt t="5794" x="6678613" y="1147763"/>
          <p14:tracePt t="5812" x="6823075" y="1147763"/>
          <p14:tracePt t="5814" x="6907213" y="1147763"/>
          <p14:tracePt t="5828" x="6975475" y="1147763"/>
          <p14:tracePt t="5830" x="7034213" y="1147763"/>
          <p14:tracePt t="5844" x="7145338" y="1147763"/>
          <p14:tracePt t="5863" x="7281863" y="1147763"/>
          <p14:tracePt t="5877" x="7332663" y="1147763"/>
          <p14:tracePt t="5895" x="7408863" y="1147763"/>
          <p14:tracePt t="5899" x="7451725" y="1147763"/>
          <p14:tracePt t="5912" x="7510463" y="1147763"/>
          <p14:tracePt t="5928" x="7578725" y="1147763"/>
          <p14:tracePt t="5946" x="7697788" y="1163638"/>
          <p14:tracePt t="5962" x="7748588" y="1163638"/>
          <p14:tracePt t="5963" x="7791450" y="1163638"/>
          <p14:tracePt t="5978" x="7867650" y="1181100"/>
          <p14:tracePt t="5996" x="7918450" y="1181100"/>
          <p14:tracePt t="5998" x="7926388" y="1181100"/>
          <p14:tracePt t="6010" x="7986713" y="1189038"/>
          <p14:tracePt t="6028" x="8020050" y="1206500"/>
          <p14:tracePt t="6044" x="8062913" y="1206500"/>
          <p14:tracePt t="6060" x="8096250" y="1216025"/>
          <p14:tracePt t="6077" x="8121650" y="1216025"/>
          <p14:tracePt t="6094" x="8164513" y="1216025"/>
          <p14:tracePt t="6110" x="8174038" y="1216025"/>
          <p14:tracePt t="6129" x="8199438" y="1216025"/>
          <p14:tracePt t="6145" x="8207375" y="1216025"/>
          <p14:tracePt t="6160" x="8224838" y="1216025"/>
          <p14:tracePt t="6179" x="8232775" y="1216025"/>
          <p14:tracePt t="6199" x="8250238" y="1216025"/>
          <p14:tracePt t="6340" x="8240713" y="1216025"/>
          <p14:tracePt t="6352" x="8232775" y="1216025"/>
          <p14:tracePt t="6367" x="8232775" y="1198563"/>
          <p14:tracePt t="6395" x="8215313" y="1198563"/>
          <p14:tracePt t="6431" x="8215313" y="1189038"/>
          <p14:tracePt t="6460" x="8207375" y="1189038"/>
          <p14:tracePt t="6515" x="8199438" y="1189038"/>
          <p14:tracePt t="6648" x="8181975" y="1189038"/>
          <p14:tracePt t="6667" x="8181975" y="1181100"/>
          <p14:tracePt t="6733" x="8181975" y="1163638"/>
          <p14:tracePt t="6740" x="8174038" y="1163638"/>
          <p14:tracePt t="6745" x="8174038" y="1155700"/>
          <p14:tracePt t="6767" x="8156575" y="1155700"/>
          <p14:tracePt t="7820" x="8113713" y="1173163"/>
          <p14:tracePt t="7827" x="8020050" y="1249363"/>
          <p14:tracePt t="7842" x="7842250" y="1360488"/>
          <p14:tracePt t="7843" x="7662863" y="1452563"/>
          <p14:tracePt t="7862" x="7204075" y="1690688"/>
          <p14:tracePt t="7875" x="7077075" y="1758950"/>
          <p14:tracePt t="7893" x="6694488" y="1938338"/>
          <p14:tracePt t="7911" x="6142038" y="2124075"/>
          <p14:tracePt t="7925" x="6049963" y="2141538"/>
          <p14:tracePt t="7926" x="5930900" y="2159000"/>
          <p14:tracePt t="7945" x="5487988" y="2200275"/>
          <p14:tracePt t="7960" x="5318125" y="2200275"/>
          <p14:tracePt t="7962" x="5148263" y="2227263"/>
          <p14:tracePt t="7976" x="4910138" y="2243138"/>
          <p14:tracePt t="7992" x="4783138" y="2243138"/>
          <p14:tracePt t="8009" x="4621213" y="2260600"/>
          <p14:tracePt t="8026" x="4511675" y="2252663"/>
          <p14:tracePt t="8029" x="4400550" y="2252663"/>
          <p14:tracePt t="8044" x="4137025" y="2252663"/>
          <p14:tracePt t="8059" x="3797300" y="2252663"/>
          <p14:tracePt t="8075" x="3398838" y="2227263"/>
          <p14:tracePt t="8094" x="2905125" y="2141538"/>
          <p14:tracePt t="8110" x="2727325" y="2124075"/>
          <p14:tracePt t="8125" x="2616200" y="2124075"/>
          <p14:tracePt t="8142" x="2524125" y="2108200"/>
          <p14:tracePt t="8159" x="2405063" y="2090738"/>
          <p14:tracePt t="8175" x="2311400" y="2090738"/>
          <p14:tracePt t="8192" x="2141538" y="2055813"/>
          <p14:tracePt t="8208" x="2047875" y="2030413"/>
          <p14:tracePt t="8226" x="1936750" y="1997075"/>
          <p14:tracePt t="8242" x="1903413" y="1997075"/>
          <p14:tracePt t="8259" x="1860550" y="1989138"/>
          <p14:tracePt t="8276" x="1809750" y="1971675"/>
          <p14:tracePt t="8292" x="1766888" y="1963738"/>
          <p14:tracePt t="8308" x="1733550" y="1946275"/>
          <p14:tracePt t="8326" x="1682750" y="1928813"/>
          <p14:tracePt t="8343" x="1639888" y="1920875"/>
          <p14:tracePt t="8345" x="1631950" y="1920875"/>
          <p14:tracePt t="8360" x="1589088" y="1895475"/>
          <p14:tracePt t="8375" x="1554163" y="1895475"/>
          <p14:tracePt t="8393" x="1528763" y="1878013"/>
          <p14:tracePt t="8395" x="1503363" y="1870075"/>
          <p14:tracePt t="8408" x="1487488" y="1870075"/>
          <p14:tracePt t="8425" x="1477963" y="1870075"/>
          <p14:tracePt t="8445" x="1444625" y="1844675"/>
          <p14:tracePt t="8458" x="1419225" y="1844675"/>
          <p14:tracePt t="8475" x="1401763" y="1827213"/>
          <p14:tracePt t="8492" x="1393825" y="1819275"/>
          <p14:tracePt t="8512" x="1376363" y="1819275"/>
          <p14:tracePt t="8570" x="1384300" y="1819275"/>
          <p14:tracePt t="8591" x="1393825" y="1819275"/>
          <p14:tracePt t="8611" x="1409700" y="1819275"/>
          <p14:tracePt t="8626" x="1419225" y="1835150"/>
          <p14:tracePt t="8632" x="1419225" y="1844675"/>
          <p14:tracePt t="8641" x="1419225" y="1860550"/>
          <p14:tracePt t="8658" x="1444625" y="1860550"/>
          <p14:tracePt t="8676" x="1452563" y="1878013"/>
          <p14:tracePt t="8691" x="1452563" y="1895475"/>
          <p14:tracePt t="8708" x="1452563" y="1903413"/>
          <p14:tracePt t="8725" x="1477963" y="1928813"/>
          <p14:tracePt t="8743" x="1495425" y="1954213"/>
          <p14:tracePt t="8745" x="1495425" y="1963738"/>
          <p14:tracePt t="8759" x="1503363" y="1979613"/>
          <p14:tracePt t="8775" x="1528763" y="2014538"/>
          <p14:tracePt t="8791" x="1554163" y="2039938"/>
          <p14:tracePt t="8807" x="1597025" y="2108200"/>
          <p14:tracePt t="8825" x="1622425" y="2166938"/>
          <p14:tracePt t="8841" x="1647825" y="2217738"/>
          <p14:tracePt t="8857" x="1682750" y="2293938"/>
          <p14:tracePt t="8874" x="1708150" y="2344738"/>
          <p14:tracePt t="8890" x="1716088" y="2371725"/>
          <p14:tracePt t="8907" x="1724025" y="2405063"/>
          <p14:tracePt t="8926" x="1741488" y="2455863"/>
          <p14:tracePt t="8943" x="1741488" y="2463800"/>
          <p14:tracePt t="8958" x="1741488" y="2489200"/>
          <p14:tracePt t="8976" x="1741488" y="2506663"/>
          <p14:tracePt t="8992" x="1741488" y="2516188"/>
          <p14:tracePt t="9009" x="1741488" y="2524125"/>
          <p14:tracePt t="9012" x="1741488" y="2541588"/>
          <p14:tracePt t="9026" x="1741488" y="2549525"/>
          <p14:tracePt t="9045" x="1741488" y="2566988"/>
          <p14:tracePt t="9060" x="1749425" y="2574925"/>
          <p14:tracePt t="9082" x="1749425" y="2592388"/>
          <p14:tracePt t="9094" x="1749425" y="2600325"/>
          <p14:tracePt t="9116" x="1749425" y="2608263"/>
          <p14:tracePt t="9138" x="1749425" y="2625725"/>
          <p14:tracePt t="9159" x="1749425" y="2633663"/>
          <p14:tracePt t="9172" x="1749425" y="2651125"/>
          <p14:tracePt t="9186" x="1749425" y="2660650"/>
          <p14:tracePt t="9222" x="1749425" y="2676525"/>
          <p14:tracePt t="9236" x="1749425" y="2686050"/>
          <p14:tracePt t="9263" x="1749425" y="2693988"/>
          <p14:tracePt t="9298" x="1749425" y="2711450"/>
          <p14:tracePt t="9312" x="1749425" y="2719388"/>
          <p14:tracePt t="9347" x="1749425" y="2736850"/>
          <p14:tracePt t="9375" x="1749425" y="2744788"/>
          <p14:tracePt t="9396" x="1749425" y="2762250"/>
          <p14:tracePt t="9403" x="1749425" y="2752725"/>
          <p14:tracePt t="9410" x="1749425" y="2762250"/>
          <p14:tracePt t="9439" x="1749425" y="2770188"/>
          <p14:tracePt t="9508" x="1749425" y="2778125"/>
          <p14:tracePt t="9600" x="1741488" y="2778125"/>
          <p14:tracePt t="9614" x="1724025" y="2778125"/>
          <p14:tracePt t="9627" x="1716088" y="2778125"/>
          <p14:tracePt t="9641" x="1698625" y="2778125"/>
          <p14:tracePt t="9657" x="1690688" y="2778125"/>
          <p14:tracePt t="9674" x="1673225" y="2770188"/>
          <p14:tracePt t="9692" x="1657350" y="2770188"/>
          <p14:tracePt t="9707" x="1639888" y="2752725"/>
          <p14:tracePt t="9725" x="1631950" y="2752725"/>
          <p14:tracePt t="9726" x="1614488" y="2752725"/>
          <p14:tracePt t="9741" x="1614488" y="2744788"/>
          <p14:tracePt t="9758" x="1606550" y="2727325"/>
          <p14:tracePt t="9776" x="1579563" y="2727325"/>
          <p14:tracePt t="9791" x="1554163" y="2719388"/>
          <p14:tracePt t="9808" x="1546225" y="2701925"/>
          <p14:tracePt t="9810" x="1528763" y="2701925"/>
          <p14:tracePt t="9825" x="1495425" y="2701925"/>
          <p14:tracePt t="9841" x="1470025" y="2693988"/>
          <p14:tracePt t="9857" x="1435100" y="2693988"/>
          <p14:tracePt t="9873" x="1350963" y="2676525"/>
          <p14:tracePt t="9891" x="1290638" y="2668588"/>
          <p14:tracePt t="9895" x="1282700" y="2668588"/>
          <p14:tracePt t="9910" x="1231900" y="2668588"/>
          <p14:tracePt t="9923" x="1206500" y="2651125"/>
          <p14:tracePt t="9940" x="1163638" y="2651125"/>
          <p14:tracePt t="9959" x="1130300" y="2643188"/>
          <p14:tracePt t="9973" x="1120775" y="2643188"/>
          <p14:tracePt t="9991" x="1095375" y="2643188"/>
          <p14:tracePt t="10007" x="1087438" y="2643188"/>
          <p14:tracePt t="10010" x="1069975" y="2643188"/>
          <p14:tracePt t="10025" x="1062038" y="2643188"/>
          <p14:tracePt t="10040" x="1044575" y="2643188"/>
          <p14:tracePt t="10058" x="1036638" y="2643188"/>
          <p14:tracePt t="10077" x="1019175" y="2660650"/>
          <p14:tracePt t="10119" x="1019175" y="2668588"/>
          <p14:tracePt t="10133" x="1028700" y="2668588"/>
          <p14:tracePt t="10160" x="1028700" y="2676525"/>
          <p14:tracePt t="10167" x="1036638" y="2676525"/>
          <p14:tracePt t="10174" x="1054100" y="2693988"/>
          <p14:tracePt t="10190" x="1062038" y="2693988"/>
          <p14:tracePt t="10207" x="1087438" y="2693988"/>
          <p14:tracePt t="10224" x="1138238" y="2693988"/>
          <p14:tracePt t="10225" x="1206500" y="2693988"/>
          <p14:tracePt t="10241" x="1622425" y="2719388"/>
          <p14:tracePt t="10257" x="2319338" y="2744788"/>
          <p14:tracePt t="10275" x="3652838" y="2770188"/>
          <p14:tracePt t="10291" x="3908425" y="2770188"/>
          <p14:tracePt t="10309" x="4256088" y="2770188"/>
          <p14:tracePt t="10324" x="4486275" y="2752725"/>
          <p14:tracePt t="10341" x="4699000" y="2736850"/>
          <p14:tracePt t="10343" x="4783138" y="2719388"/>
          <p14:tracePt t="10358" x="4833938" y="2719388"/>
          <p14:tracePt t="10360" x="4876800" y="2686050"/>
          <p14:tracePt t="10373" x="4953000" y="2686050"/>
          <p14:tracePt t="10390" x="4995863" y="2668588"/>
          <p14:tracePt t="10408" x="5029200" y="2668588"/>
          <p14:tracePt t="10422" x="5054600" y="2660650"/>
          <p14:tracePt t="10440" x="5097463" y="2643188"/>
          <p14:tracePt t="10456" x="5173663" y="2633663"/>
          <p14:tracePt t="10474" x="5233988" y="2633663"/>
          <p14:tracePt t="10491" x="5368925" y="2617788"/>
          <p14:tracePt t="10507" x="5522913" y="2600325"/>
          <p14:tracePt t="10524" x="5862638" y="2574925"/>
          <p14:tracePt t="10526" x="6142038" y="2574925"/>
          <p14:tracePt t="10541" x="6456363" y="2557463"/>
          <p14:tracePt t="10556" x="6805613" y="2557463"/>
          <p14:tracePt t="10575" x="7145338" y="2557463"/>
          <p14:tracePt t="10590" x="7459663" y="2557463"/>
          <p14:tracePt t="10607" x="7697788" y="2582863"/>
          <p14:tracePt t="10623" x="7961313" y="2625725"/>
          <p14:tracePt t="10640" x="8240713" y="2686050"/>
          <p14:tracePt t="10657" x="8564563" y="2770188"/>
          <p14:tracePt t="10672" x="8861425" y="2855913"/>
          <p14:tracePt t="10690" x="9337675" y="2982913"/>
          <p14:tracePt t="10707" x="9532938" y="3059113"/>
          <p14:tracePt t="10722" x="9634538" y="3109913"/>
          <p14:tracePt t="10742" x="9634538" y="3119438"/>
          <p14:tracePt t="10757" x="9642475" y="3119438"/>
          <p14:tracePt t="11088" x="9659938" y="3119438"/>
          <p14:tracePt t="11107" x="9728200" y="3059113"/>
          <p14:tracePt t="11122" x="9771063" y="3033713"/>
          <p14:tracePt t="11139" x="9821863" y="3008313"/>
          <p14:tracePt t="11156" x="9847263" y="2982913"/>
          <p14:tracePt t="11173" x="9872663" y="2965450"/>
          <p14:tracePt t="11189" x="9898063" y="2957513"/>
          <p14:tracePt t="11206" x="9923463" y="2932113"/>
          <p14:tracePt t="11222" x="9948863" y="2906713"/>
          <p14:tracePt t="11241" x="9956800" y="2897188"/>
          <p14:tracePt t="11257" x="9956800" y="2881313"/>
          <p14:tracePt t="11273" x="9966325" y="2871788"/>
          <p14:tracePt t="11289" x="9966325" y="2863850"/>
          <p14:tracePt t="11306" x="9966325" y="2838450"/>
          <p14:tracePt t="11323" x="9966325" y="2813050"/>
          <p14:tracePt t="11325" x="9966325" y="2795588"/>
          <p14:tracePt t="11346" x="9966325" y="2787650"/>
          <p14:tracePt t="11355" x="9956800" y="2778125"/>
          <p14:tracePt t="11373" x="9940925" y="2762250"/>
          <p14:tracePt t="11375" x="9931400" y="2762250"/>
          <p14:tracePt t="11389" x="9931400" y="2752725"/>
          <p14:tracePt t="11392" x="9931400" y="2736850"/>
          <p14:tracePt t="11394" x="9915525" y="2736850"/>
          <p14:tracePt t="11409" x="9906000" y="2736850"/>
          <p14:tracePt t="11423" x="9890125" y="2736850"/>
          <p14:tracePt t="11439" x="9880600" y="2727325"/>
          <p14:tracePt t="11459" x="9872663" y="2719388"/>
          <p14:tracePt t="11473" x="9855200" y="2719388"/>
          <p14:tracePt t="11516" x="9847263" y="2719388"/>
          <p14:tracePt t="11536" x="9829800" y="2719388"/>
          <p14:tracePt t="12448" x="9821863" y="2719388"/>
          <p14:tracePt t="12455" x="9796463" y="2736850"/>
          <p14:tracePt t="12462" x="9761538" y="2744788"/>
          <p14:tracePt t="12471" x="9753600" y="2778125"/>
          <p14:tracePt t="12490" x="9677400" y="2813050"/>
          <p14:tracePt t="12504" x="9626600" y="2846388"/>
          <p14:tracePt t="12522" x="9601200" y="2889250"/>
          <p14:tracePt t="12538" x="9558338" y="2914650"/>
          <p14:tracePt t="12540" x="9532938" y="2922588"/>
          <p14:tracePt t="12554" x="9507538" y="2949575"/>
          <p14:tracePt t="12573" x="9456738" y="2982913"/>
          <p14:tracePt t="12588" x="9447213" y="3000375"/>
          <p14:tracePt t="12589" x="9431338" y="3008313"/>
          <p14:tracePt t="12605" x="9421813" y="3025775"/>
          <p14:tracePt t="12623" x="9388475" y="3059113"/>
          <p14:tracePt t="12638" x="9371013" y="3076575"/>
          <p14:tracePt t="12654" x="9363075" y="3094038"/>
          <p14:tracePt t="12673" x="9337675" y="3109913"/>
          <p14:tracePt t="12687" x="9320213" y="3119438"/>
          <p14:tracePt t="12705" x="9312275" y="3135313"/>
          <p14:tracePt t="12721" x="9286875" y="3160713"/>
          <p14:tracePt t="12741" x="9286875" y="3170238"/>
          <p14:tracePt t="12754" x="9277350" y="3178175"/>
          <p14:tracePt t="12771" x="9261475" y="3203575"/>
          <p14:tracePt t="12787" x="9261475" y="3221038"/>
          <p14:tracePt t="12806" x="9251950" y="3228975"/>
          <p14:tracePt t="12821" x="9244013" y="3246438"/>
          <p14:tracePt t="12839" x="9244013" y="3263900"/>
          <p14:tracePt t="12855" x="9226550" y="3279775"/>
          <p14:tracePt t="12871" x="9218613" y="3289300"/>
          <p14:tracePt t="12889" x="9201150" y="3314700"/>
          <p14:tracePt t="12905" x="9201150" y="3330575"/>
          <p14:tracePt t="12921" x="9193213" y="3348038"/>
          <p14:tracePt t="12925" x="9193213" y="3365500"/>
          <p14:tracePt t="12940" x="9193213" y="3373438"/>
          <p14:tracePt t="12954" x="9175750" y="3398838"/>
          <p14:tracePt t="12971" x="9175750" y="3424238"/>
          <p14:tracePt t="12989" x="9167813" y="3449638"/>
          <p14:tracePt t="13005" x="9167813" y="3459163"/>
          <p14:tracePt t="13022" x="9158288" y="3484563"/>
          <p14:tracePt t="13037" x="9158288" y="3502025"/>
          <p14:tracePt t="13055" x="9158288" y="3509963"/>
          <p14:tracePt t="13072" x="9158288" y="3535363"/>
          <p14:tracePt t="13087" x="9158288" y="3543300"/>
          <p14:tracePt t="13106" x="9158288" y="3560763"/>
          <p14:tracePt t="13122" x="9142413" y="3560763"/>
          <p14:tracePt t="13141" x="9132888" y="3568700"/>
          <p14:tracePt t="13156" x="9132888" y="3586163"/>
          <p14:tracePt t="13170" x="9091613" y="3594100"/>
          <p14:tracePt t="13189" x="8785225" y="3679825"/>
          <p14:tracePt t="13191" x="8462963" y="3730625"/>
          <p14:tracePt t="13205" x="7637463" y="3867150"/>
          <p14:tracePt t="13221" x="6805613" y="3960813"/>
          <p14:tracePt t="13238" x="6456363" y="3976688"/>
          <p14:tracePt t="13240" x="6321425" y="3976688"/>
          <p14:tracePt t="13254" x="6202363" y="3976688"/>
          <p14:tracePt t="13256" x="5997575" y="3968750"/>
          <p14:tracePt t="13272" x="5683250" y="3976688"/>
          <p14:tracePt t="13288" x="5132388" y="3960813"/>
          <p14:tracePt t="13304" x="4265613" y="3917950"/>
          <p14:tracePt t="13320" x="3721100" y="3892550"/>
          <p14:tracePt t="13338" x="3432175" y="3824288"/>
          <p14:tracePt t="13339" x="3287713" y="3824288"/>
          <p14:tracePt t="13354" x="3084513" y="3806825"/>
          <p14:tracePt t="13371" x="2897188" y="3773488"/>
          <p14:tracePt t="13389" x="2590800" y="3730625"/>
          <p14:tracePt t="13403" x="2362200" y="3713163"/>
          <p14:tracePt t="13423" x="2065338" y="3697288"/>
          <p14:tracePt t="13437" x="1987550" y="3679825"/>
          <p14:tracePt t="13453" x="1920875" y="3679825"/>
          <p14:tracePt t="13472" x="1852613" y="3679825"/>
          <p14:tracePt t="13487" x="1801813" y="3671888"/>
          <p14:tracePt t="13505" x="1758950" y="3671888"/>
          <p14:tracePt t="13507" x="1749425" y="3671888"/>
          <p14:tracePt t="13522" x="1708150" y="3671888"/>
          <p14:tracePt t="13537" x="1673225" y="3671888"/>
          <p14:tracePt t="13554" x="1597025" y="3671888"/>
          <p14:tracePt t="13556" x="1571625" y="3671888"/>
          <p14:tracePt t="13570" x="1563688" y="3671888"/>
          <p14:tracePt t="13572" x="1520825" y="3671888"/>
          <p14:tracePt t="13587" x="1427163" y="3671888"/>
          <p14:tracePt t="13589" x="1401763" y="3671888"/>
          <p14:tracePt t="13605" x="1325563" y="3671888"/>
          <p14:tracePt t="13620" x="1274763" y="3671888"/>
          <p14:tracePt t="13639" x="1206500" y="3671888"/>
          <p14:tracePt t="13655" x="1181100" y="3671888"/>
          <p14:tracePt t="13670" x="1155700" y="3671888"/>
          <p14:tracePt t="13688" x="1138238" y="3671888"/>
          <p14:tracePt t="13703" x="1112838" y="3671888"/>
          <p14:tracePt t="13723" x="1087438" y="3671888"/>
          <p14:tracePt t="13865" x="1104900" y="3671888"/>
          <p14:tracePt t="13871" x="1112838" y="3671888"/>
          <p14:tracePt t="13879" x="1138238" y="3671888"/>
          <p14:tracePt t="13888" x="1223963" y="3662363"/>
          <p14:tracePt t="13903" x="1843088" y="3662363"/>
          <p14:tracePt t="13920" x="3236913" y="3662363"/>
          <p14:tracePt t="13922" x="3713163" y="3679825"/>
          <p14:tracePt t="13937" x="4902200" y="3781425"/>
          <p14:tracePt t="13953" x="5599113" y="3908425"/>
          <p14:tracePt t="13970" x="6473825" y="4037013"/>
          <p14:tracePt t="13988" x="6932613" y="4105275"/>
          <p14:tracePt t="14006" x="7561263" y="4146550"/>
          <p14:tracePt t="14019" x="7875588" y="4146550"/>
          <p14:tracePt t="14036" x="8070850" y="4146550"/>
          <p14:tracePt t="14055" x="8174038" y="4146550"/>
          <p14:tracePt t="14069" x="8232775" y="4146550"/>
          <p14:tracePt t="14087" x="8283575" y="4146550"/>
          <p14:tracePt t="14103" x="8402638" y="4138613"/>
          <p14:tracePt t="14120" x="8478838" y="4138613"/>
          <p14:tracePt t="14138" x="8539163" y="4138613"/>
          <p14:tracePt t="14153" x="8564563" y="4138613"/>
          <p14:tracePt t="14170" x="8589963" y="4138613"/>
          <p14:tracePt t="14187" x="8615363" y="4138613"/>
          <p14:tracePt t="14202" x="8640763" y="4138613"/>
          <p14:tracePt t="14220" x="8666163" y="4138613"/>
          <p14:tracePt t="14237" x="8716963" y="4138613"/>
          <p14:tracePt t="14253" x="8777288" y="4138613"/>
          <p14:tracePt t="14271" x="8828088" y="4138613"/>
          <p14:tracePt t="14287" x="8861425" y="4130675"/>
          <p14:tracePt t="14304" x="8904288" y="4113213"/>
          <p14:tracePt t="14305" x="8929688" y="4113213"/>
          <p14:tracePt t="14321" x="8963025" y="4095750"/>
          <p14:tracePt t="14336" x="9039225" y="4070350"/>
          <p14:tracePt t="14353" x="9236075" y="3951288"/>
          <p14:tracePt t="14370" x="9456738" y="3857625"/>
          <p14:tracePt t="14371" x="9575800" y="3790950"/>
          <p14:tracePt t="14386" x="9771063" y="3713163"/>
          <p14:tracePt t="14404" x="9872663" y="3654425"/>
          <p14:tracePt t="14419" x="9906000" y="3636963"/>
          <p14:tracePt t="14436" x="9931400" y="3629025"/>
          <p14:tracePt t="14453" x="9940925" y="3629025"/>
          <p14:tracePt t="14456" x="9956800" y="3611563"/>
          <p14:tracePt t="14469" x="9966325" y="3611563"/>
          <p14:tracePt t="14488" x="9991725" y="3603625"/>
          <p14:tracePt t="14517" x="9999663" y="3603625"/>
          <p14:tracePt t="14544" x="10017125" y="3603625"/>
          <p14:tracePt t="14572" x="10025063" y="3603625"/>
          <p14:tracePt t="14588" x="10034588" y="3603625"/>
          <p14:tracePt t="14615" x="10050463" y="3603625"/>
          <p14:tracePt t="14650" x="10059988" y="3603625"/>
          <p14:tracePt t="14670" x="10075863" y="3603625"/>
          <p14:tracePt t="14691" x="10075863" y="3619500"/>
          <p14:tracePt t="14698" x="10075863" y="3611563"/>
          <p14:tracePt t="14705" x="10075863" y="3619500"/>
          <p14:tracePt t="14720" x="10085388" y="3629025"/>
          <p14:tracePt t="14768" x="10085388" y="3646488"/>
          <p14:tracePt t="14775" x="10085388" y="3636963"/>
          <p14:tracePt t="14786" x="10085388" y="3646488"/>
          <p14:tracePt t="14804" x="10085388" y="3654425"/>
          <p14:tracePt t="14861" x="10067925" y="3654425"/>
          <p14:tracePt t="14887" x="10059988" y="3654425"/>
          <p14:tracePt t="14904" x="10042525" y="3654425"/>
          <p14:tracePt t="14944" x="10034588" y="3654425"/>
          <p14:tracePt t="14965" x="10025063" y="3654425"/>
          <p14:tracePt t="14987" x="10009188" y="3654425"/>
          <p14:tracePt t="15014" x="9999663" y="3654425"/>
          <p14:tracePt t="15042" x="9983788" y="3654425"/>
          <p14:tracePt t="15428" x="9482138" y="3857625"/>
          <p14:tracePt t="15435" x="9117013" y="3994150"/>
          <p14:tracePt t="15442" x="8580438" y="4197350"/>
          <p14:tracePt t="15451" x="8105775" y="4351338"/>
          <p14:tracePt t="15469" x="7561263" y="4554538"/>
          <p14:tracePt t="15485" x="7085013" y="4708525"/>
          <p14:tracePt t="15502" x="6754813" y="4818063"/>
          <p14:tracePt t="15505" x="6635750" y="4852988"/>
          <p14:tracePt t="15519" x="6397625" y="4894263"/>
          <p14:tracePt t="15535" x="6184900" y="4937125"/>
          <p14:tracePt t="15552" x="5921375" y="4979988"/>
          <p14:tracePt t="15569" x="5513388" y="5022850"/>
          <p14:tracePt t="15586" x="5302250" y="5056188"/>
          <p14:tracePt t="15602" x="5191125" y="5091113"/>
          <p14:tracePt t="15618" x="4995863" y="5091113"/>
          <p14:tracePt t="15636" x="4843463" y="5106988"/>
          <p14:tracePt t="15652" x="4460875" y="5132388"/>
          <p14:tracePt t="15669" x="4222750" y="5175250"/>
          <p14:tracePt t="15685" x="3721100" y="5175250"/>
          <p14:tracePt t="15704" x="2940050" y="5106988"/>
          <p14:tracePt t="15719" x="2590800" y="5022850"/>
          <p14:tracePt t="15735" x="2446338" y="4979988"/>
          <p14:tracePt t="15751" x="2370138" y="4972050"/>
          <p14:tracePt t="15767" x="2336800" y="4972050"/>
          <p14:tracePt t="15785" x="2327275" y="4972050"/>
          <p14:tracePt t="15801" x="2311400" y="4972050"/>
          <p14:tracePt t="15817" x="2301875" y="4972050"/>
          <p14:tracePt t="15834" x="2286000" y="4972050"/>
          <p14:tracePt t="15850" x="2260600" y="4972050"/>
          <p14:tracePt t="15870" x="2243138" y="4972050"/>
          <p14:tracePt t="15884" x="2217738" y="4972050"/>
          <p14:tracePt t="15902" x="2174875" y="4972050"/>
          <p14:tracePt t="15904" x="2166938" y="4972050"/>
          <p14:tracePt t="15918" x="2141538" y="4954588"/>
          <p14:tracePt t="15921" x="2090738" y="4954588"/>
          <p14:tracePt t="15935" x="2022475" y="4946650"/>
          <p14:tracePt t="15951" x="1928813" y="4929188"/>
          <p14:tracePt t="15954" x="1860550" y="4911725"/>
          <p14:tracePt t="15969" x="1766888" y="4878388"/>
          <p14:tracePt t="15986" x="1708150" y="4860925"/>
          <p14:tracePt t="16001" x="1673225" y="4860925"/>
          <p14:tracePt t="16019" x="1631950" y="4852988"/>
          <p14:tracePt t="16035" x="1606550" y="4852988"/>
          <p14:tracePt t="16037" x="1597025" y="4852988"/>
          <p14:tracePt t="16052" x="1589088" y="4852988"/>
          <p14:tracePt t="16067" x="1571625" y="4852988"/>
          <p14:tracePt t="16084" x="1563688" y="4852988"/>
          <p14:tracePt t="16100" x="1546225" y="4852988"/>
          <p14:tracePt t="16118" x="1538288" y="4852988"/>
          <p14:tracePt t="16143" x="1520825" y="4852988"/>
          <p14:tracePt t="16164" x="1512888" y="4852988"/>
          <p14:tracePt t="16199" x="1503363" y="4835525"/>
          <p14:tracePt t="16206" x="1503363" y="4843463"/>
          <p14:tracePt t="16217" x="1503363" y="4835525"/>
          <p14:tracePt t="16262" x="1503363" y="4827588"/>
          <p14:tracePt t="16312" x="1487488" y="4827588"/>
          <p14:tracePt t="16339" x="1477963" y="4818063"/>
          <p14:tracePt t="16359" x="1462088" y="4818063"/>
          <p14:tracePt t="16395" x="1452563" y="4818063"/>
          <p14:tracePt t="16410" x="1435100" y="4818063"/>
          <p14:tracePt t="16432" x="1427163" y="4818063"/>
          <p14:tracePt t="16437" x="1419225" y="4818063"/>
          <p14:tracePt t="16453" x="1401763" y="4818063"/>
          <p14:tracePt t="16473" x="1393825" y="4818063"/>
          <p14:tracePt t="16485" x="1376363" y="4818063"/>
          <p14:tracePt t="16486" x="1368425" y="4818063"/>
          <p14:tracePt t="16508" x="1358900" y="4818063"/>
          <p14:tracePt t="16517" x="1343025" y="4818063"/>
          <p14:tracePt t="16536" x="1333500" y="4818063"/>
          <p14:tracePt t="16552" x="1317625" y="4818063"/>
          <p14:tracePt t="16567" x="1308100" y="4818063"/>
          <p14:tracePt t="16593" x="1290638" y="4818063"/>
          <p14:tracePt t="16613" x="1282700" y="4818063"/>
          <p14:tracePt t="16691" x="1300163" y="4818063"/>
          <p14:tracePt t="16719" x="1308100" y="4818063"/>
          <p14:tracePt t="16735" x="1325563" y="4818063"/>
          <p14:tracePt t="16751" x="1333500" y="4818063"/>
          <p14:tracePt t="16766" x="1350963" y="4818063"/>
          <p14:tracePt t="16784" x="1358900" y="4818063"/>
          <p14:tracePt t="16801" x="1368425" y="4818063"/>
          <p14:tracePt t="16817" x="1393825" y="4818063"/>
          <p14:tracePt t="16835" x="1409700" y="4818063"/>
          <p14:tracePt t="16851" x="1419225" y="4818063"/>
          <p14:tracePt t="16868" x="1427163" y="4818063"/>
          <p14:tracePt t="16883" x="1444625" y="4818063"/>
          <p14:tracePt t="16902" x="1470025" y="4818063"/>
          <p14:tracePt t="16918" x="1503363" y="4818063"/>
          <p14:tracePt t="16934" x="1528763" y="4818063"/>
          <p14:tracePt t="16950" x="1579563" y="4818063"/>
          <p14:tracePt t="16968" x="1606550" y="4818063"/>
          <p14:tracePt t="16985" x="1631950" y="4818063"/>
          <p14:tracePt t="17001" x="1673225" y="4818063"/>
          <p14:tracePt t="17018" x="1682750" y="4818063"/>
          <p14:tracePt t="17020" x="1690688" y="4818063"/>
          <p14:tracePt t="17034" x="1708150" y="4818063"/>
          <p14:tracePt t="17050" x="1733550" y="4818063"/>
          <p14:tracePt t="17069" x="1766888" y="4818063"/>
          <p14:tracePt t="17083" x="1784350" y="4818063"/>
          <p14:tracePt t="17100" x="1801813" y="4818063"/>
          <p14:tracePt t="17119" x="1843088" y="4818063"/>
          <p14:tracePt t="17134" x="1852613" y="4818063"/>
          <p14:tracePt t="17151" x="1878013" y="4818063"/>
          <p14:tracePt t="17153" x="1885950" y="4818063"/>
          <p14:tracePt t="17169" x="1903413" y="4818063"/>
          <p14:tracePt t="17184" x="1928813" y="4818063"/>
          <p14:tracePt t="17202" x="1962150" y="4818063"/>
          <p14:tracePt t="17218" x="1987550" y="4818063"/>
          <p14:tracePt t="17234" x="2012950" y="4818063"/>
          <p14:tracePt t="17251" x="2047875" y="4818063"/>
          <p14:tracePt t="17266" x="2073275" y="4818063"/>
          <p14:tracePt t="17284" x="2098675" y="4818063"/>
          <p14:tracePt t="17302" x="2124075" y="4818063"/>
          <p14:tracePt t="17316" x="2149475" y="4818063"/>
          <p14:tracePt t="17334" x="2174875" y="4818063"/>
          <p14:tracePt t="17350" x="2208213" y="4818063"/>
          <p14:tracePt t="17367" x="2235200" y="4818063"/>
          <p14:tracePt t="17383" x="2251075" y="4818063"/>
          <p14:tracePt t="17400" x="2286000" y="4818063"/>
          <p14:tracePt t="17416" x="2319338" y="4818063"/>
          <p14:tracePt t="17435" x="2362200" y="4818063"/>
          <p14:tracePt t="17450" x="2387600" y="4818063"/>
          <p14:tracePt t="17467" x="2413000" y="4818063"/>
          <p14:tracePt t="17483" x="2446338" y="4818063"/>
          <p14:tracePt t="17500" x="2481263" y="4818063"/>
          <p14:tracePt t="17518" x="2524125" y="4802188"/>
          <p14:tracePt t="17533" x="2532063" y="4792663"/>
          <p14:tracePt t="17549" x="2557463" y="4792663"/>
          <p14:tracePt t="17568" x="2600325" y="4792663"/>
          <p14:tracePt t="17584" x="2625725" y="4792663"/>
          <p14:tracePt t="17600" x="2633663" y="4792663"/>
          <p14:tracePt t="17617" x="2659063" y="4792663"/>
          <p14:tracePt t="17633" x="2684463" y="4792663"/>
          <p14:tracePt t="17651" x="2719388" y="4792663"/>
          <p14:tracePt t="17667" x="2744788" y="4792663"/>
          <p14:tracePt t="17683" x="2786063" y="4792663"/>
          <p14:tracePt t="17701" x="2803525" y="4792663"/>
          <p14:tracePt t="17717" x="2828925" y="4792663"/>
          <p14:tracePt t="17734" x="2846388" y="4792663"/>
          <p14:tracePt t="17735" x="2871788" y="4792663"/>
          <p14:tracePt t="17749" x="2879725" y="4792663"/>
          <p14:tracePt t="17768" x="2897188" y="4792663"/>
          <p14:tracePt t="17783" x="2930525" y="4792663"/>
          <p14:tracePt t="17799" x="2965450" y="4792663"/>
          <p14:tracePt t="17817" x="3008313" y="4775200"/>
          <p14:tracePt t="17834" x="3041650" y="4775200"/>
          <p14:tracePt t="17850" x="3067050" y="4775200"/>
          <p14:tracePt t="17866" x="3092450" y="4775200"/>
          <p14:tracePt t="17884" x="3160713" y="4775200"/>
          <p14:tracePt t="17899" x="3168650" y="4775200"/>
          <p14:tracePt t="17916" x="3228975" y="4767263"/>
          <p14:tracePt t="17932" x="3270250" y="4767263"/>
          <p14:tracePt t="17949" x="3305175" y="4767263"/>
          <p14:tracePt t="17965" x="3330575" y="4767263"/>
          <p14:tracePt t="17982" x="3398838" y="4767263"/>
          <p14:tracePt t="17998" x="3424238" y="4767263"/>
          <p14:tracePt t="18015" x="3457575" y="4767263"/>
          <p14:tracePt t="18031" x="3482975" y="4767263"/>
          <p14:tracePt t="18049" x="3525838" y="4767263"/>
          <p14:tracePt t="18066" x="3559175" y="4767263"/>
          <p14:tracePt t="18083" x="3594100" y="4767263"/>
          <p14:tracePt t="18101" x="3636963" y="4767263"/>
          <p14:tracePt t="18115" x="3670300" y="4767263"/>
          <p14:tracePt t="18135" x="3703638" y="4767263"/>
          <p14:tracePt t="18151" x="3729038" y="4767263"/>
          <p14:tracePt t="18165" x="3771900" y="4767263"/>
          <p14:tracePt t="18184" x="3797300" y="4767263"/>
          <p14:tracePt t="18200" x="3814763" y="4767263"/>
          <p14:tracePt t="18215" x="3840163" y="4767263"/>
          <p14:tracePt t="18234" x="3865563" y="4767263"/>
          <p14:tracePt t="18250" x="3890963" y="4767263"/>
          <p14:tracePt t="18266" x="3908425" y="4767263"/>
          <p14:tracePt t="18283" x="3925888" y="4767263"/>
          <p14:tracePt t="18299" x="3941763" y="4767263"/>
          <p14:tracePt t="18319" x="3967163" y="4767263"/>
          <p14:tracePt t="18338" x="3976688" y="4767263"/>
          <p14:tracePt t="18352" x="3984625" y="4767263"/>
          <p14:tracePt t="18366" x="4002088" y="4767263"/>
          <p14:tracePt t="18382" x="4027488" y="4767263"/>
          <p14:tracePt t="18400" x="4035425" y="4767263"/>
          <p14:tracePt t="18430" x="4052888" y="4767263"/>
          <p14:tracePt t="18458" x="4060825" y="4767263"/>
          <p14:tracePt t="18571" x="4060825" y="4784725"/>
          <p14:tracePt t="18592" x="4060825" y="4792663"/>
          <p14:tracePt t="18612" x="4060825" y="4810125"/>
          <p14:tracePt t="18626" x="4060825" y="4818063"/>
          <p14:tracePt t="18639" x="4060825" y="4827588"/>
          <p14:tracePt t="18649" x="4060825" y="4843463"/>
          <p14:tracePt t="18666" x="4060825" y="4852988"/>
          <p14:tracePt t="18681" x="4060825" y="4868863"/>
          <p14:tracePt t="18699" x="4060825" y="4878388"/>
          <p14:tracePt t="18718" x="4060825" y="4903788"/>
          <p14:tracePt t="18732" x="4060825" y="4929188"/>
          <p14:tracePt t="18748" x="4060825" y="4937125"/>
          <p14:tracePt t="18767" x="4060825" y="4962525"/>
          <p14:tracePt t="18782" x="4044950" y="4979988"/>
          <p14:tracePt t="18800" x="4044950" y="4987925"/>
          <p14:tracePt t="18816" x="4044950" y="4997450"/>
          <p14:tracePt t="18817" x="4035425" y="4997450"/>
          <p14:tracePt t="18832" x="4017963" y="5013325"/>
          <p14:tracePt t="18849" x="4017963" y="5022850"/>
          <p14:tracePt t="18865" x="3992563" y="5038725"/>
          <p14:tracePt t="18882" x="3992563" y="5048250"/>
          <p14:tracePt t="18899" x="3984625" y="5048250"/>
          <p14:tracePt t="18901" x="3976688" y="5064125"/>
          <p14:tracePt t="18916" x="3959225" y="5064125"/>
          <p14:tracePt t="18933" x="3933825" y="5073650"/>
          <p14:tracePt t="18950" x="3925888" y="5073650"/>
          <p14:tracePt t="18969" x="3916363" y="5073650"/>
          <p14:tracePt t="18984" x="3900488" y="5073650"/>
          <p14:tracePt t="18999" x="3890963" y="5073650"/>
          <p14:tracePt t="19016" x="3873500" y="5081588"/>
          <p14:tracePt t="19032" x="3873500" y="5099050"/>
          <p14:tracePt t="19035" x="3865563" y="5099050"/>
          <p14:tracePt t="19049" x="3848100" y="5099050"/>
          <p14:tracePt t="19075" x="3840163" y="5099050"/>
          <p14:tracePt t="19102" x="3832225" y="5099050"/>
          <p14:tracePt t="19117" x="3814763" y="5099050"/>
          <p14:tracePt t="19123" x="3806825" y="5099050"/>
          <p14:tracePt t="19159" x="3789363" y="5099050"/>
          <p14:tracePt t="19195" x="3781425" y="5099050"/>
          <p14:tracePt t="19221" x="3763963" y="5099050"/>
          <p14:tracePt t="19236" x="3756025" y="5099050"/>
          <p14:tracePt t="19278" x="3756025" y="5091113"/>
          <p14:tracePt t="19299" x="3756025" y="5081588"/>
          <p14:tracePt t="19915" x="3568700" y="5106988"/>
          <p14:tracePt t="19923" x="3313113" y="5157788"/>
          <p14:tracePt t="19930" x="3194050" y="5192713"/>
          <p14:tracePt t="19947" x="2982913" y="5235575"/>
          <p14:tracePt t="19964" x="2701925" y="5276850"/>
          <p14:tracePt t="19980" x="2524125" y="5276850"/>
          <p14:tracePt t="19997" x="2413000" y="5286375"/>
          <p14:tracePt t="20014" x="2319338" y="5286375"/>
          <p14:tracePt t="20030" x="2260600" y="5286375"/>
          <p14:tracePt t="20047" x="2235200" y="5286375"/>
          <p14:tracePt t="20063" x="2166938" y="5286375"/>
          <p14:tracePt t="20080" x="2132013" y="5286375"/>
          <p14:tracePt t="20098" x="2106613" y="5286375"/>
          <p14:tracePt t="20099" x="2098675" y="5286375"/>
          <p14:tracePt t="20114" x="2055813" y="5286375"/>
          <p14:tracePt t="20130" x="2030413" y="5286375"/>
          <p14:tracePt t="20147" x="2005013" y="5286375"/>
          <p14:tracePt t="20163" x="1979613" y="5286375"/>
          <p14:tracePt t="20180" x="1971675" y="5286375"/>
          <p14:tracePt t="20196" x="1946275" y="5286375"/>
          <p14:tracePt t="20213" x="1946275" y="5268913"/>
          <p14:tracePt t="20231" x="1920875" y="5260975"/>
          <p14:tracePt t="20233" x="1911350" y="5260975"/>
          <p14:tracePt t="20247" x="1893888" y="5260975"/>
          <p14:tracePt t="20264" x="1885950" y="5251450"/>
          <p14:tracePt t="20282" x="1835150" y="5235575"/>
          <p14:tracePt t="20297" x="1801813" y="5235575"/>
          <p14:tracePt t="20314" x="1758950" y="5235575"/>
          <p14:tracePt t="20317" x="1749425" y="5226050"/>
          <p14:tracePt t="20330" x="1708150" y="5226050"/>
          <p14:tracePt t="20348" x="1682750" y="5218113"/>
          <p14:tracePt t="20351" x="1673225" y="5218113"/>
          <p14:tracePt t="20365" x="1647825" y="5208588"/>
          <p14:tracePt t="20380" x="1622425" y="5200650"/>
          <p14:tracePt t="20398" x="1597025" y="5200650"/>
          <p14:tracePt t="20415" x="1571625" y="5175250"/>
          <p14:tracePt t="20430" x="1546225" y="5175250"/>
          <p14:tracePt t="20447" x="1528763" y="5175250"/>
          <p14:tracePt t="20463" x="1462088" y="5175250"/>
          <p14:tracePt t="20479" x="1435100" y="5175250"/>
          <p14:tracePt t="20498" x="1409700" y="5175250"/>
          <p14:tracePt t="20500" x="1401763" y="5175250"/>
          <p14:tracePt t="20513" x="1358900" y="5175250"/>
          <p14:tracePt t="20531" x="1343025" y="5175250"/>
          <p14:tracePt t="20548" x="1290638" y="5175250"/>
          <p14:tracePt t="20564" x="1274763" y="5175250"/>
          <p14:tracePt t="20580" x="1239838" y="5175250"/>
          <p14:tracePt t="20598" x="1214438" y="5175250"/>
          <p14:tracePt t="20614" x="1189038" y="5175250"/>
          <p14:tracePt t="20632" x="1181100" y="5175250"/>
          <p14:tracePt t="20647" x="1163638" y="5175250"/>
          <p14:tracePt t="20663" x="1155700" y="5175250"/>
          <p14:tracePt t="20758" x="1181100" y="5175250"/>
          <p14:tracePt t="20764" x="1198563" y="5175250"/>
          <p14:tracePt t="20773" x="1223963" y="5175250"/>
          <p14:tracePt t="20781" x="1249363" y="5175250"/>
          <p14:tracePt t="20797" x="1358900" y="5175250"/>
          <p14:tracePt t="20815" x="1579563" y="5157788"/>
          <p14:tracePt t="20829" x="1631950" y="5157788"/>
          <p14:tracePt t="20849" x="1708150" y="5157788"/>
          <p14:tracePt t="20864" x="1733550" y="5157788"/>
          <p14:tracePt t="20881" x="1749425" y="5157788"/>
          <p14:tracePt t="20897" x="1766888" y="5157788"/>
          <p14:tracePt t="20913" x="1792288" y="5157788"/>
          <p14:tracePt t="20930" x="1817688" y="5157788"/>
          <p14:tracePt t="20948" x="1827213" y="5157788"/>
          <p14:tracePt t="20964" x="1843088" y="5157788"/>
          <p14:tracePt t="20980" x="1852613" y="5157788"/>
          <p14:tracePt t="20998" x="1860550" y="5157788"/>
          <p14:tracePt t="21044" x="1860550" y="5167313"/>
          <p14:tracePt t="21064" x="1860550" y="5175250"/>
          <p14:tracePt t="21100" x="1860550" y="5183188"/>
          <p14:tracePt t="21113" x="1852613" y="5183188"/>
          <p14:tracePt t="21120" x="1835150" y="5183188"/>
          <p14:tracePt t="21135" x="1827213" y="5183188"/>
          <p14:tracePt t="21145" x="1809750" y="5200650"/>
          <p14:tracePt t="21162" x="1801813" y="5200650"/>
          <p14:tracePt t="21178" x="1776413" y="5208588"/>
          <p14:tracePt t="21195" x="1741488" y="5208588"/>
          <p14:tracePt t="21213" x="1716088" y="5226050"/>
          <p14:tracePt t="21229" x="1698625" y="5226050"/>
          <p14:tracePt t="21248" x="1682750" y="5226050"/>
          <p14:tracePt t="21263" x="1665288" y="5226050"/>
          <p14:tracePt t="21265" x="1657350" y="5226050"/>
          <p14:tracePt t="21279" x="1639888" y="5226050"/>
          <p14:tracePt t="21296" x="1631950" y="5226050"/>
          <p14:tracePt t="21313" x="1614488" y="5226050"/>
          <p14:tracePt t="21329" x="1606550" y="5226050"/>
          <p14:tracePt t="21418" x="1622425" y="5226050"/>
          <p14:tracePt t="21430" x="1631950" y="5226050"/>
          <p14:tracePt t="21446" x="1647825" y="5226050"/>
          <p14:tracePt t="21452" x="1657350" y="5226050"/>
          <p14:tracePt t="21463" x="1673225" y="5226050"/>
          <p14:tracePt t="21480" x="1708150" y="5226050"/>
          <p14:tracePt t="21482" x="1733550" y="5226050"/>
          <p14:tracePt t="21496" x="1809750" y="5218113"/>
          <p14:tracePt t="21515" x="1878013" y="5218113"/>
          <p14:tracePt t="21517" x="1903413" y="5218113"/>
          <p14:tracePt t="21530" x="1979613" y="5218113"/>
          <p14:tracePt t="21546" x="2030413" y="5218113"/>
          <p14:tracePt t="21565" x="2098675" y="5218113"/>
          <p14:tracePt t="21579" x="2141538" y="5218113"/>
          <p14:tracePt t="21597" x="2149475" y="5218113"/>
          <p14:tracePt t="21615" x="2200275" y="5218113"/>
          <p14:tracePt t="21630" x="2225675" y="5218113"/>
          <p14:tracePt t="21647" x="2268538" y="5218113"/>
          <p14:tracePt t="21649" x="2293938" y="5218113"/>
          <p14:tracePt t="21663" x="2327275" y="5218113"/>
          <p14:tracePt t="21680" x="2370138" y="5218113"/>
          <p14:tracePt t="21698" x="2430463" y="5218113"/>
          <p14:tracePt t="21713" x="2455863" y="5218113"/>
          <p14:tracePt t="21729" x="2481263" y="5218113"/>
          <p14:tracePt t="21748" x="2514600" y="5218113"/>
          <p14:tracePt t="21763" x="2557463" y="5218113"/>
          <p14:tracePt t="21779" x="2590800" y="5208588"/>
          <p14:tracePt t="21780" x="2608263" y="5200650"/>
          <p14:tracePt t="21796" x="2633663" y="5200650"/>
          <p14:tracePt t="21798" x="2641600" y="5200650"/>
          <p14:tracePt t="21812" x="2684463" y="5200650"/>
          <p14:tracePt t="21831" x="2709863" y="5200650"/>
          <p14:tracePt t="21845" x="2744788" y="5200650"/>
          <p14:tracePt t="21863" x="2770188" y="5200650"/>
          <p14:tracePt t="21880" x="2795588" y="5200650"/>
          <p14:tracePt t="21881" x="2820988" y="5200650"/>
          <p14:tracePt t="21896" x="2838450" y="5200650"/>
          <p14:tracePt t="21912" x="2871788" y="5200650"/>
          <p14:tracePt t="21929" x="2897188" y="5200650"/>
          <p14:tracePt t="21931" x="2905125" y="5200650"/>
          <p14:tracePt t="21946" x="2947988" y="5200650"/>
          <p14:tracePt t="21964" x="2998788" y="5200650"/>
          <p14:tracePt t="21979" x="3033713" y="5200650"/>
          <p14:tracePt t="21996" x="3041650" y="5200650"/>
          <p14:tracePt t="22014" x="3092450" y="5200650"/>
          <p14:tracePt t="22029" x="3117850" y="5200650"/>
          <p14:tracePt t="22046" x="3143250" y="5200650"/>
          <p14:tracePt t="22063" x="3194050" y="5200650"/>
          <p14:tracePt t="22079" x="3219450" y="5200650"/>
          <p14:tracePt t="22095" x="3244850" y="5200650"/>
          <p14:tracePt t="22112" x="3297238" y="5200650"/>
          <p14:tracePt t="22130" x="3313113" y="5200650"/>
          <p14:tracePt t="22147" x="3338513" y="5200650"/>
          <p14:tracePt t="22162" x="3363913" y="5200650"/>
          <p14:tracePt t="22179" x="3381375" y="5200650"/>
          <p14:tracePt t="22182" x="3389313" y="5200650"/>
          <p14:tracePt t="22197" x="3398838" y="5200650"/>
          <p14:tracePt t="22213" x="3414713" y="5200650"/>
          <p14:tracePt t="22229" x="3424238" y="5200650"/>
          <p14:tracePt t="22259" x="3441700" y="5200650"/>
          <p14:tracePt t="22265" x="3432175" y="5200650"/>
          <p14:tracePt t="22280" x="3441700" y="5208588"/>
          <p14:tracePt t="22708" x="3652838" y="5208588"/>
          <p14:tracePt t="22719" x="4052888" y="5260975"/>
          <p14:tracePt t="22728" x="4332288" y="5286375"/>
          <p14:tracePt t="22745" x="5013325" y="5286375"/>
          <p14:tracePt t="22764" x="5360988" y="5276850"/>
          <p14:tracePt t="22778" x="5513388" y="5276850"/>
          <p14:tracePt t="22795" x="5624513" y="5276850"/>
          <p14:tracePt t="22814" x="5811838" y="5260975"/>
          <p14:tracePt t="22829" x="5905500" y="5243513"/>
          <p14:tracePt t="22845" x="6015038" y="5243513"/>
          <p14:tracePt t="22862" x="6134100" y="5243513"/>
          <p14:tracePt t="22878" x="6194425" y="5243513"/>
          <p14:tracePt t="22896" x="6329363" y="5243513"/>
          <p14:tracePt t="22911" x="6372225" y="5226050"/>
          <p14:tracePt t="22928" x="6508750" y="5208588"/>
          <p14:tracePt t="22947" x="6600825" y="5208588"/>
          <p14:tracePt t="22948" x="6643688" y="5208588"/>
          <p14:tracePt t="22961" x="6737350" y="5208588"/>
          <p14:tracePt t="22978" x="6805613" y="5208588"/>
          <p14:tracePt t="22996" x="6907213" y="5208588"/>
          <p14:tracePt t="23011" x="6967538" y="5208588"/>
          <p14:tracePt t="23028" x="7000875" y="5208588"/>
          <p14:tracePt t="23046" x="7051675" y="5208588"/>
          <p14:tracePt t="23063" x="7094538" y="5208588"/>
          <p14:tracePt t="23078" x="7119938" y="5208588"/>
          <p14:tracePt t="23094" x="7145338" y="5208588"/>
          <p14:tracePt t="23112" x="7153275" y="5208588"/>
          <p14:tracePt t="23130" x="7188200" y="5208588"/>
          <p14:tracePt t="23144" x="7213600" y="5208588"/>
          <p14:tracePt t="23162" x="7229475" y="5208588"/>
          <p14:tracePt t="23178" x="7239000" y="5208588"/>
          <p14:tracePt t="23180" x="7256463" y="5208588"/>
          <p14:tracePt t="23195" x="7264400" y="5208588"/>
          <p14:tracePt t="23211" x="7272338" y="5208588"/>
          <p14:tracePt t="23228" x="7289800" y="5208588"/>
          <p14:tracePt t="23246" x="7315200" y="5208588"/>
          <p14:tracePt t="23277" x="7323138" y="5208588"/>
          <p14:tracePt t="23290" x="7340600" y="5208588"/>
          <p14:tracePt t="23295" x="7348538" y="5208588"/>
          <p14:tracePt t="23318" x="7358063" y="5208588"/>
          <p14:tracePt t="23331" x="7373938" y="5208588"/>
          <p14:tracePt t="23346" x="7383463" y="5208588"/>
          <p14:tracePt t="23361" x="7408863" y="5208588"/>
          <p14:tracePt t="23379" x="7416800" y="5208588"/>
          <p14:tracePt t="23382" x="7416800" y="5200650"/>
          <p14:tracePt t="23394" x="7434263" y="5200650"/>
          <p14:tracePt t="23411" x="7467600" y="5200650"/>
          <p14:tracePt t="23428" x="7485063" y="5192713"/>
          <p14:tracePt t="23431" x="7493000" y="5183188"/>
          <p14:tracePt t="23444" x="7518400" y="5183188"/>
          <p14:tracePt t="23461" x="7545388" y="5183188"/>
          <p14:tracePt t="23478" x="7553325" y="5183188"/>
          <p14:tracePt t="23494" x="7586663" y="5167313"/>
          <p14:tracePt t="23512" x="7612063" y="5167313"/>
          <p14:tracePt t="23514" x="7629525" y="5167313"/>
          <p14:tracePt t="23530" x="7662863" y="5149850"/>
          <p14:tracePt t="23544" x="7680325" y="5149850"/>
          <p14:tracePt t="23561" x="7715250" y="5132388"/>
          <p14:tracePt t="23563" x="7731125" y="5132388"/>
          <p14:tracePt t="23577" x="7756525" y="5132388"/>
          <p14:tracePt t="23580" x="7766050" y="5132388"/>
          <p14:tracePt t="23595" x="7791450" y="5124450"/>
          <p14:tracePt t="23613" x="7859713" y="5124450"/>
          <p14:tracePt t="23628" x="7910513" y="5106988"/>
          <p14:tracePt t="23645" x="7935913" y="5099050"/>
          <p14:tracePt t="23647" x="7943850" y="5099050"/>
          <p14:tracePt t="23662" x="7986713" y="5099050"/>
          <p14:tracePt t="23678" x="8012113" y="5099050"/>
          <p14:tracePt t="23694" x="8037513" y="5099050"/>
          <p14:tracePt t="23711" x="8070850" y="5099050"/>
          <p14:tracePt t="23727" x="8113713" y="5099050"/>
          <p14:tracePt t="23746" x="8131175" y="5099050"/>
          <p14:tracePt t="23761" x="8174038" y="5099050"/>
          <p14:tracePt t="23778" x="8181975" y="5099050"/>
          <p14:tracePt t="23781" x="8199438" y="5099050"/>
          <p14:tracePt t="23796" x="8215313" y="5099050"/>
          <p14:tracePt t="23811" x="8232775" y="5099050"/>
          <p14:tracePt t="23829" x="8258175" y="5099050"/>
          <p14:tracePt t="23831" x="8266113" y="5099050"/>
          <p14:tracePt t="23845" x="8291513" y="5099050"/>
          <p14:tracePt t="23860" x="8301038" y="5099050"/>
          <p14:tracePt t="23877" x="8326438" y="5099050"/>
          <p14:tracePt t="23894" x="8369300" y="5099050"/>
          <p14:tracePt t="23910" x="8377238" y="5099050"/>
          <p14:tracePt t="23929" x="8394700" y="5099050"/>
          <p14:tracePt t="23943" x="8402638" y="5099050"/>
          <p14:tracePt t="23961" x="8410575" y="5099050"/>
          <p14:tracePt t="23964" x="8428038" y="5099050"/>
          <p14:tracePt t="23985" x="8435975" y="5099050"/>
          <p14:tracePt t="23998" x="8435975" y="5091113"/>
          <p14:tracePt t="24020" x="8453438" y="5091113"/>
          <p14:tracePt t="24027" x="8453438" y="5073650"/>
          <p14:tracePt t="24047" x="8453438" y="5064125"/>
          <p14:tracePt t="24075" x="8453438" y="5048250"/>
          <p14:tracePt t="24082" x="8445500" y="5048250"/>
          <p14:tracePt t="24097" x="8445500" y="5038725"/>
          <p14:tracePt t="24125" x="8435975" y="5038725"/>
          <p14:tracePt t="24132" x="8435975" y="5030788"/>
          <p14:tracePt t="24145" x="8420100" y="5030788"/>
          <p14:tracePt t="24160" x="8410575" y="5030788"/>
          <p14:tracePt t="24178" x="8402638" y="5005388"/>
          <p14:tracePt t="24195" x="8377238" y="5005388"/>
          <p14:tracePt t="24211" x="8351838" y="4987925"/>
          <p14:tracePt t="24228" x="8334375" y="4987925"/>
          <p14:tracePt t="24246" x="8301038" y="4979988"/>
          <p14:tracePt t="24260" x="8291513" y="4979988"/>
          <p14:tracePt t="24278" x="8232775" y="4979988"/>
          <p14:tracePt t="24281" x="8207375" y="4979988"/>
          <p14:tracePt t="24294" x="8164513" y="4979988"/>
          <p14:tracePt t="24296" x="8121650" y="4979988"/>
          <p14:tracePt t="24310" x="8012113" y="5005388"/>
          <p14:tracePt t="24327" x="7766050" y="5099050"/>
          <p14:tracePt t="24344" x="7315200" y="5294313"/>
          <p14:tracePt t="24361" x="7119938" y="5395913"/>
          <p14:tracePt t="24363" x="6992938" y="5438775"/>
          <p14:tracePt t="24378" x="6805613" y="5489575"/>
          <p14:tracePt t="24394" x="6661150" y="5557838"/>
          <p14:tracePt t="24410" x="6465888" y="5659438"/>
          <p14:tracePt t="24412" x="6346825" y="5702300"/>
          <p14:tracePt t="24427" x="5905500" y="5864225"/>
          <p14:tracePt t="24443" x="5522913" y="5973763"/>
          <p14:tracePt t="24459" x="5224463" y="6059488"/>
          <p14:tracePt t="24476" x="4724400" y="6194425"/>
          <p14:tracePt t="24492" x="4418013" y="6194425"/>
          <p14:tracePt t="24510" x="4187825" y="6194425"/>
          <p14:tracePt t="24528" x="4078288" y="6194425"/>
          <p14:tracePt t="24545" x="3959225" y="6186488"/>
          <p14:tracePt t="24559" x="3806825" y="6169025"/>
          <p14:tracePt t="24577" x="3678238" y="6153150"/>
          <p14:tracePt t="24594" x="3525838" y="6135688"/>
          <p14:tracePt t="24610" x="3254375" y="6084888"/>
          <p14:tracePt t="24626" x="3016250" y="6059488"/>
          <p14:tracePt t="24645" x="2811463" y="6024563"/>
          <p14:tracePt t="24660" x="2701925" y="5991225"/>
          <p14:tracePt t="24676" x="2633663" y="5991225"/>
          <p14:tracePt t="24693" x="2574925" y="5973763"/>
          <p14:tracePt t="24694" x="2532063" y="5965825"/>
          <p14:tracePt t="24711" x="2481263" y="5965825"/>
          <p14:tracePt t="24713" x="2430463" y="5948363"/>
          <p14:tracePt t="24726" x="2420938" y="5948363"/>
          <p14:tracePt t="24744" x="2352675" y="5940425"/>
          <p14:tracePt t="24761" x="2301875" y="5932488"/>
          <p14:tracePt t="24778" x="2217738" y="5915025"/>
          <p14:tracePt t="24792" x="2141538" y="5905500"/>
          <p14:tracePt t="24810" x="2081213" y="5905500"/>
          <p14:tracePt t="24828" x="1997075" y="5905500"/>
          <p14:tracePt t="24844" x="1946275" y="5905500"/>
          <p14:tracePt t="24860" x="1885950" y="5905500"/>
          <p14:tracePt t="24877" x="1827213" y="5922963"/>
          <p14:tracePt t="24892" x="1784350" y="5922963"/>
          <p14:tracePt t="24910" x="1758950" y="5922963"/>
          <p14:tracePt t="24912" x="1733550" y="5940425"/>
          <p14:tracePt t="24927" x="1690688" y="5940425"/>
          <p14:tracePt t="24943" x="1657350" y="5940425"/>
          <p14:tracePt t="24959" x="1614488" y="5948363"/>
          <p14:tracePt t="24959" x="1606550" y="5948363"/>
          <p14:tracePt t="24976" x="1563688" y="5948363"/>
          <p14:tracePt t="24993" x="1528763" y="5965825"/>
          <p14:tracePt t="25010" x="1470025" y="5973763"/>
          <p14:tracePt t="25026" x="1435100" y="5973763"/>
          <p14:tracePt t="25045" x="1393825" y="5991225"/>
          <p14:tracePt t="25059" x="1368425" y="5999163"/>
          <p14:tracePt t="25076" x="1350963" y="6016625"/>
          <p14:tracePt t="25093" x="1317625" y="6024563"/>
          <p14:tracePt t="25095" x="1308100" y="6042025"/>
          <p14:tracePt t="25109" x="1282700" y="6049963"/>
          <p14:tracePt t="25126" x="1257300" y="6049963"/>
          <p14:tracePt t="25144" x="1231900" y="6067425"/>
          <p14:tracePt t="25159" x="1223963" y="6076950"/>
          <p14:tracePt t="25176" x="1214438" y="6076950"/>
          <p14:tracePt t="25193" x="1189038" y="6084888"/>
          <p14:tracePt t="25210" x="1173163" y="6102350"/>
          <p14:tracePt t="25276" x="1181100" y="6102350"/>
          <p14:tracePt t="25303" x="1189038" y="6102350"/>
          <p14:tracePt t="25317" x="1206500" y="6102350"/>
          <p14:tracePt t="25323" x="1214438" y="6102350"/>
          <p14:tracePt t="25345" x="1223963" y="6102350"/>
          <p14:tracePt t="25361" x="1239838" y="6102350"/>
          <p14:tracePt t="25373" x="1249363" y="6102350"/>
          <p14:tracePt t="25380" x="1265238" y="6102350"/>
          <p14:tracePt t="25394" x="1274763" y="6102350"/>
          <p14:tracePt t="25410" x="1290638" y="6102350"/>
          <p14:tracePt t="25426" x="1300163" y="6102350"/>
          <p14:tracePt t="25443" x="1308100" y="6092825"/>
          <p14:tracePt t="25461" x="1350963" y="6092825"/>
          <p14:tracePt t="25476" x="1376363" y="6092825"/>
          <p14:tracePt t="25478" x="1384300" y="6092825"/>
          <p14:tracePt t="25494" x="1419225" y="6084888"/>
          <p14:tracePt t="25509" x="1462088" y="6084888"/>
          <p14:tracePt t="25528" x="1512888" y="6084888"/>
          <p14:tracePt t="25543" x="1520825" y="6084888"/>
          <p14:tracePt t="25560" x="1563688" y="6084888"/>
          <p14:tracePt t="25575" x="1579563" y="6084888"/>
          <p14:tracePt t="25593" x="1622425" y="6084888"/>
          <p14:tracePt t="25609" x="1631950" y="6084888"/>
          <p14:tracePt t="25627" x="1657350" y="6084888"/>
          <p14:tracePt t="25642" x="1673225" y="6084888"/>
          <p14:tracePt t="25659" x="1682750" y="6084888"/>
          <p14:tracePt t="25675" x="1690688" y="6084888"/>
          <p14:tracePt t="25692" x="1708150" y="6076950"/>
          <p14:tracePt t="25709" x="1716088" y="6076950"/>
          <p14:tracePt t="25725" x="1733550" y="6076950"/>
          <p14:tracePt t="25760" x="1741488" y="6076950"/>
          <p14:tracePt t="25774" x="1758950" y="6076950"/>
          <p14:tracePt t="25794" x="1758950" y="6059488"/>
          <p14:tracePt t="26034" x="1766888" y="6059488"/>
          <p14:tracePt t="26048" x="1776413" y="6059488"/>
          <p14:tracePt t="26060" x="1776413" y="6049963"/>
          <p14:tracePt t="26074" x="1792288" y="6034088"/>
          <p14:tracePt t="26092" x="1843088" y="6034088"/>
          <p14:tracePt t="26109" x="1885950" y="6024563"/>
          <p14:tracePt t="26125" x="1979613" y="6024563"/>
          <p14:tracePt t="26143" x="2022475" y="6024563"/>
          <p14:tracePt t="26146" x="2047875" y="6024563"/>
          <p14:tracePt t="26159" x="2073275" y="6024563"/>
          <p14:tracePt t="26175" x="2141538" y="6008688"/>
          <p14:tracePt t="26192" x="2166938" y="6008688"/>
          <p14:tracePt t="26194" x="2174875" y="6008688"/>
          <p14:tracePt t="26209" x="2200275" y="5999163"/>
          <p14:tracePt t="26211" x="2217738" y="5999163"/>
          <p14:tracePt t="26225" x="2251075" y="5999163"/>
          <p14:tracePt t="26242" x="2293938" y="5983288"/>
          <p14:tracePt t="26259" x="2327275" y="5983288"/>
          <p14:tracePt t="26275" x="2370138" y="5983288"/>
          <p14:tracePt t="26293" x="2405063" y="5983288"/>
          <p14:tracePt t="26308" x="2446338" y="5983288"/>
          <p14:tracePt t="26326" x="2481263" y="5983288"/>
          <p14:tracePt t="26329" x="2497138" y="5983288"/>
          <p14:tracePt t="26343" x="2514600" y="5973763"/>
          <p14:tracePt t="26359" x="2540000" y="5973763"/>
          <p14:tracePt t="26377" x="2608263" y="5973763"/>
          <p14:tracePt t="26391" x="2633663" y="5973763"/>
          <p14:tracePt t="26408" x="2668588" y="5973763"/>
          <p14:tracePt t="26424" x="2684463" y="5973763"/>
          <p14:tracePt t="26441" x="2719388" y="5973763"/>
          <p14:tracePt t="26458" x="2744788" y="5973763"/>
          <p14:tracePt t="26476" x="2770188" y="5973763"/>
          <p14:tracePt t="26492" x="2778125" y="5973763"/>
          <p14:tracePt t="26508" x="2795588" y="5973763"/>
          <p14:tracePt t="26525" x="2803525" y="5973763"/>
          <p14:tracePt t="26541" x="2828925" y="5973763"/>
          <p14:tracePt t="26560" x="2838450" y="5973763"/>
          <p14:tracePt t="26588" x="2854325" y="5973763"/>
          <p14:tracePt t="26615" x="2863850" y="5973763"/>
          <p14:tracePt t="26629" x="2879725" y="5973763"/>
          <p14:tracePt t="26651" x="2879725" y="5983288"/>
          <p14:tracePt t="26672" x="2889250" y="5983288"/>
          <p14:tracePt t="26685" x="2905125" y="5983288"/>
          <p14:tracePt t="26713" x="2914650" y="5983288"/>
          <p14:tracePt t="26749" x="2922588" y="5983288"/>
          <p14:tracePt t="26869" x="2940050" y="5983288"/>
          <p14:tracePt t="26895" x="2947988" y="5983288"/>
          <p14:tracePt t="26930" x="2965450" y="5983288"/>
          <p14:tracePt t="26952" x="2973388" y="5983288"/>
          <p14:tracePt t="26988" x="2982913" y="5983288"/>
          <p14:tracePt t="27066" x="2998788" y="5983288"/>
          <p14:tracePt t="27086" x="3008313" y="5983288"/>
          <p14:tracePt t="27107" x="3024188" y="5983288"/>
          <p14:tracePt t="27121" x="3033713" y="5983288"/>
          <p14:tracePt t="27127" x="3049588" y="5999163"/>
          <p14:tracePt t="27141" x="3059113" y="5991225"/>
          <p14:tracePt t="27158" x="3127375" y="6008688"/>
          <p14:tracePt t="27174" x="3160713" y="6008688"/>
          <p14:tracePt t="27191" x="3186113" y="6024563"/>
          <p14:tracePt t="27208" x="3236913" y="6024563"/>
          <p14:tracePt t="27211" x="3254375" y="6024563"/>
          <p14:tracePt t="27226" x="3279775" y="6024563"/>
          <p14:tracePt t="27240" x="3297238" y="6024563"/>
          <p14:tracePt t="27258" x="3322638" y="6024563"/>
          <p14:tracePt t="27260" x="3348038" y="6024563"/>
          <p14:tracePt t="27275" x="3389313" y="6024563"/>
          <p14:tracePt t="27292" x="3398838" y="6024563"/>
          <p14:tracePt t="27308" x="3441700" y="6024563"/>
          <p14:tracePt t="27310" x="3449638" y="6024563"/>
          <p14:tracePt t="27324" x="3457575" y="6024563"/>
          <p14:tracePt t="27327" x="3475038" y="6024563"/>
          <p14:tracePt t="27342" x="3500438" y="6024563"/>
          <p14:tracePt t="27344" x="3508375" y="6024563"/>
          <p14:tracePt t="27358" x="3525838" y="6024563"/>
          <p14:tracePt t="27375" x="3559175" y="6024563"/>
          <p14:tracePt t="27392" x="3576638" y="6024563"/>
          <p14:tracePt t="27394" x="3586163" y="6024563"/>
          <p14:tracePt t="27410" x="3594100" y="6024563"/>
          <p14:tracePt t="27426" x="3619500" y="6024563"/>
          <p14:tracePt t="27441" x="3644900" y="6024563"/>
          <p14:tracePt t="27458" x="3670300" y="6024563"/>
          <p14:tracePt t="27478" x="3678238" y="6024563"/>
          <p14:tracePt t="27491" x="3695700" y="6024563"/>
          <p14:tracePt t="27507" x="3703638" y="6024563"/>
          <p14:tracePt t="27525" x="3729038" y="6024563"/>
          <p14:tracePt t="27541" x="3738563" y="6024563"/>
          <p14:tracePt t="27558" x="3763963" y="6024563"/>
          <p14:tracePt t="27574" x="3789363" y="6024563"/>
          <p14:tracePt t="27591" x="3814763" y="6024563"/>
          <p14:tracePt t="27608" x="3822700" y="6024563"/>
          <p14:tracePt t="27624" x="3865563" y="6024563"/>
          <p14:tracePt t="27640" x="3890963" y="6024563"/>
          <p14:tracePt t="27657" x="3916363" y="6024563"/>
          <p14:tracePt t="27673" x="3933825" y="6024563"/>
          <p14:tracePt t="27692" x="3976688" y="6024563"/>
          <p14:tracePt t="27708" x="4002088" y="6024563"/>
          <p14:tracePt t="27710" x="4010025" y="6024563"/>
          <p14:tracePt t="27724" x="4035425" y="6024563"/>
          <p14:tracePt t="27740" x="4070350" y="6024563"/>
          <p14:tracePt t="27757" x="4111625" y="6024563"/>
          <p14:tracePt t="27775" x="4137025" y="6024563"/>
          <p14:tracePt t="27792" x="4171950" y="6024563"/>
          <p14:tracePt t="27794" x="4187825" y="6024563"/>
          <p14:tracePt t="27809" x="4222750" y="6024563"/>
          <p14:tracePt t="27823" x="4256088" y="6024563"/>
          <p14:tracePt t="27841" x="4281488" y="6034088"/>
          <p14:tracePt t="27858" x="4332288" y="6034088"/>
          <p14:tracePt t="27874" x="4375150" y="6034088"/>
          <p14:tracePt t="27891" x="4392613" y="6034088"/>
          <p14:tracePt t="27895" x="4410075" y="6034088"/>
          <p14:tracePt t="27906" x="4435475" y="6034088"/>
          <p14:tracePt t="27925" x="4486275" y="6034088"/>
          <p14:tracePt t="27940" x="4511675" y="6049963"/>
          <p14:tracePt t="27956" x="4570413" y="6049963"/>
          <p14:tracePt t="27974" x="4595813" y="6049963"/>
          <p14:tracePt t="27977" x="4605338" y="6049963"/>
          <p14:tracePt t="27992" x="4664075" y="6049963"/>
          <p14:tracePt t="28007" x="4681538" y="6049963"/>
          <p14:tracePt t="28024" x="4724400" y="6049963"/>
          <p14:tracePt t="28040" x="4757738" y="6049963"/>
          <p14:tracePt t="28057" x="4783138" y="6049963"/>
          <p14:tracePt t="28073" x="4800600" y="6049963"/>
          <p14:tracePt t="28091" x="4833938" y="6049963"/>
          <p14:tracePt t="28108" x="4859338" y="6049963"/>
          <p14:tracePt t="28125" x="4868863" y="6049963"/>
          <p14:tracePt t="28141" x="4884738" y="6049963"/>
          <p14:tracePt t="28158" x="4894263" y="6049963"/>
          <p14:tracePt t="28160" x="4902200" y="6049963"/>
          <p14:tracePt t="28174" x="4919663" y="6049963"/>
          <p14:tracePt t="28189" x="4927600" y="6049963"/>
          <p14:tracePt t="28208" x="4953000" y="6049963"/>
          <p14:tracePt t="28229" x="4962525" y="6049963"/>
          <p14:tracePt t="28240" x="4978400" y="6049963"/>
          <p14:tracePt t="28258" x="4987925" y="6049963"/>
          <p14:tracePt t="28285" x="5003800" y="6049963"/>
          <p14:tracePt t="28300" x="5013325" y="6049963"/>
          <p14:tracePt t="28321" x="5029200" y="6049963"/>
          <p14:tracePt t="28356" x="5038725" y="6049963"/>
          <p14:tracePt t="28362" x="5046663" y="6049963"/>
          <p14:tracePt t="28397" x="5064125" y="6049963"/>
          <p14:tracePt t="28419" x="5072063" y="6049963"/>
          <p14:tracePt t="28475" x="5072063" y="6042025"/>
          <p14:tracePt t="28868" x="5157788" y="6042025"/>
          <p14:tracePt t="28891" x="6380163" y="5813425"/>
          <p14:tracePt t="28905" x="7145338" y="5641975"/>
          <p14:tracePt t="28922" x="7586663" y="5456238"/>
          <p14:tracePt t="28938" x="8037513" y="5327650"/>
          <p14:tracePt t="28955" x="8283575" y="5226050"/>
          <p14:tracePt t="28973" x="8666163" y="5091113"/>
          <p14:tracePt t="28975" x="8963025" y="4997450"/>
          <p14:tracePt t="28989" x="9507538" y="4852988"/>
          <p14:tracePt t="29008" x="10467975" y="4572000"/>
          <p14:tracePt t="29022" x="10926763" y="4478338"/>
          <p14:tracePt t="29040" x="11198225" y="4402138"/>
          <p14:tracePt t="29042" x="11266488" y="4384675"/>
          <p14:tracePt t="29056" x="11333163" y="4368800"/>
          <p14:tracePt t="29073" x="11495088" y="4316413"/>
          <p14:tracePt t="29091" x="11588750" y="4308475"/>
          <p14:tracePt t="29107" x="11682413" y="4291013"/>
          <p14:tracePt t="29123" x="11758613" y="4275138"/>
          <p14:tracePt t="29141" x="11877675" y="4240213"/>
          <p14:tracePt t="29156" x="11936413" y="4232275"/>
          <p14:tracePt t="29173" x="11988800" y="4214813"/>
          <p14:tracePt t="29189" x="12047538" y="4197350"/>
          <p14:tracePt t="29206" x="12115800" y="4189413"/>
          <p14:tracePt t="29223" x="12149138" y="4171950"/>
        </p14:tracePtLst>
      </p14:laserTraceLst>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6FD"/>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3657600" cy="228600"/>
          </a:xfrm>
          <a:prstGeom prst="rect">
            <a:avLst/>
          </a:prstGeom>
          <a:noFill/>
        </p:spPr>
        <p:txBody>
          <a:bodyPr wrap="square" lIns="27432" tIns="27432" rIns="27432" bIns="27432" anchor="t">
            <a:spAutoFit/>
          </a:bodyPr>
          <a:lstStyle/>
          <a:p>
            <a:pPr algn="l">
              <a:spcAft>
                <a:spcPts val="0"/>
              </a:spcAft>
            </a:pPr>
            <a:r>
              <a:rPr sz="1000" b="1" i="0">
                <a:solidFill>
                  <a:srgbClr val="5B37B4"/>
                </a:solidFill>
                <a:latin typeface="Aptos"/>
              </a:rPr>
              <a:t>05 / METHODOLOGY</a:t>
            </a:r>
          </a:p>
        </p:txBody>
      </p:sp>
      <p:sp>
        <p:nvSpPr>
          <p:cNvPr id="3" name="TextBox 2"/>
          <p:cNvSpPr txBox="1"/>
          <p:nvPr/>
        </p:nvSpPr>
        <p:spPr>
          <a:xfrm>
            <a:off x="594360" y="658368"/>
            <a:ext cx="10972800" cy="502920"/>
          </a:xfrm>
          <a:prstGeom prst="rect">
            <a:avLst/>
          </a:prstGeom>
          <a:noFill/>
        </p:spPr>
        <p:txBody>
          <a:bodyPr wrap="square" lIns="27432" tIns="27432" rIns="27432" bIns="27432" anchor="t">
            <a:spAutoFit/>
          </a:bodyPr>
          <a:lstStyle/>
          <a:p>
            <a:pPr algn="l">
              <a:spcAft>
                <a:spcPts val="0"/>
              </a:spcAft>
            </a:pPr>
            <a:r>
              <a:rPr sz="2800" b="1" i="0">
                <a:solidFill>
                  <a:srgbClr val="2B1C4F"/>
                </a:solidFill>
                <a:latin typeface="Aptos"/>
              </a:rPr>
              <a:t>How the statistical test was constructed</a:t>
            </a:r>
          </a:p>
        </p:txBody>
      </p:sp>
      <p:sp>
        <p:nvSpPr>
          <p:cNvPr id="4" name="TextBox 3"/>
          <p:cNvSpPr txBox="1"/>
          <p:nvPr/>
        </p:nvSpPr>
        <p:spPr>
          <a:xfrm>
            <a:off x="612648" y="1225296"/>
            <a:ext cx="10972800" cy="347472"/>
          </a:xfrm>
          <a:prstGeom prst="rect">
            <a:avLst/>
          </a:prstGeom>
          <a:noFill/>
        </p:spPr>
        <p:txBody>
          <a:bodyPr wrap="square" lIns="27432" tIns="27432" rIns="27432" bIns="27432" anchor="t">
            <a:spAutoFit/>
          </a:bodyPr>
          <a:lstStyle/>
          <a:p>
            <a:pPr algn="l">
              <a:spcAft>
                <a:spcPts val="0"/>
              </a:spcAft>
            </a:pPr>
            <a:r>
              <a:rPr sz="1200" b="0" i="0">
                <a:solidFill>
                  <a:srgbClr val="696376"/>
                </a:solidFill>
                <a:latin typeface="Aptos"/>
              </a:rPr>
              <a:t>A reproducible workflow designed to avoid treating repeated transactions from one customer as independent people.</a:t>
            </a:r>
          </a:p>
        </p:txBody>
      </p:sp>
      <p:sp>
        <p:nvSpPr>
          <p:cNvPr id="5" name="Rectangle 4"/>
          <p:cNvSpPr/>
          <p:nvPr/>
        </p:nvSpPr>
        <p:spPr>
          <a:xfrm>
            <a:off x="594360" y="6473952"/>
            <a:ext cx="10972800" cy="10972"/>
          </a:xfrm>
          <a:prstGeom prst="rect">
            <a:avLst/>
          </a:prstGeom>
          <a:solidFill>
            <a:srgbClr val="E1D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12648" y="6537960"/>
            <a:ext cx="8046720" cy="164592"/>
          </a:xfrm>
          <a:prstGeom prst="rect">
            <a:avLst/>
          </a:prstGeom>
          <a:noFill/>
        </p:spPr>
        <p:txBody>
          <a:bodyPr wrap="square" lIns="27432" tIns="27432" rIns="27432" bIns="27432" anchor="t">
            <a:spAutoFit/>
          </a:bodyPr>
          <a:lstStyle/>
          <a:p>
            <a:pPr algn="l">
              <a:spcAft>
                <a:spcPts val="0"/>
              </a:spcAft>
            </a:pPr>
            <a:r>
              <a:rPr sz="800" b="0" i="0">
                <a:solidFill>
                  <a:srgbClr val="696376"/>
                </a:solidFill>
                <a:latin typeface="Aptos"/>
              </a:rPr>
              <a:t>APEXPLANET DATA ANALYTICS INTERNSHIP  •  TASK 4</a:t>
            </a:r>
          </a:p>
        </p:txBody>
      </p:sp>
      <p:sp>
        <p:nvSpPr>
          <p:cNvPr id="7" name="TextBox 6"/>
          <p:cNvSpPr txBox="1"/>
          <p:nvPr/>
        </p:nvSpPr>
        <p:spPr>
          <a:xfrm>
            <a:off x="10972800" y="6519672"/>
            <a:ext cx="502920" cy="201168"/>
          </a:xfrm>
          <a:prstGeom prst="rect">
            <a:avLst/>
          </a:prstGeom>
          <a:noFill/>
        </p:spPr>
        <p:txBody>
          <a:bodyPr wrap="square" lIns="27432" tIns="27432" rIns="27432" bIns="27432" anchor="t">
            <a:spAutoFit/>
          </a:bodyPr>
          <a:lstStyle/>
          <a:p>
            <a:pPr algn="r">
              <a:spcAft>
                <a:spcPts val="0"/>
              </a:spcAft>
            </a:pPr>
            <a:r>
              <a:rPr sz="900" b="1" i="0">
                <a:solidFill>
                  <a:srgbClr val="5B37B4"/>
                </a:solidFill>
                <a:latin typeface="Aptos"/>
              </a:rPr>
              <a:t>06</a:t>
            </a:r>
          </a:p>
        </p:txBody>
      </p:sp>
      <p:sp>
        <p:nvSpPr>
          <p:cNvPr id="8" name="Oval 7"/>
          <p:cNvSpPr/>
          <p:nvPr/>
        </p:nvSpPr>
        <p:spPr>
          <a:xfrm>
            <a:off x="868680" y="1783080"/>
            <a:ext cx="475488" cy="475488"/>
          </a:xfrm>
          <a:prstGeom prst="ellipse">
            <a:avLst/>
          </a:prstGeom>
          <a:solidFill>
            <a:srgbClr val="5B3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883664"/>
            <a:ext cx="475488" cy="201168"/>
          </a:xfrm>
          <a:prstGeom prst="rect">
            <a:avLst/>
          </a:prstGeom>
          <a:noFill/>
        </p:spPr>
        <p:txBody>
          <a:bodyPr wrap="square" lIns="27432" tIns="27432" rIns="27432" bIns="27432" anchor="t">
            <a:spAutoFit/>
          </a:bodyPr>
          <a:lstStyle/>
          <a:p>
            <a:pPr algn="ctr">
              <a:spcAft>
                <a:spcPts val="0"/>
              </a:spcAft>
            </a:pPr>
            <a:r>
              <a:rPr sz="1100" b="1" i="0">
                <a:solidFill>
                  <a:srgbClr val="FFFFFF"/>
                </a:solidFill>
                <a:latin typeface="Aptos"/>
              </a:rPr>
              <a:t>01</a:t>
            </a:r>
          </a:p>
        </p:txBody>
      </p:sp>
      <p:sp>
        <p:nvSpPr>
          <p:cNvPr id="10" name="TextBox 9"/>
          <p:cNvSpPr txBox="1"/>
          <p:nvPr/>
        </p:nvSpPr>
        <p:spPr>
          <a:xfrm>
            <a:off x="1600200" y="1801368"/>
            <a:ext cx="1417320" cy="256032"/>
          </a:xfrm>
          <a:prstGeom prst="rect">
            <a:avLst/>
          </a:prstGeom>
          <a:noFill/>
        </p:spPr>
        <p:txBody>
          <a:bodyPr wrap="square" lIns="27432" tIns="27432" rIns="27432" bIns="27432" anchor="t">
            <a:spAutoFit/>
          </a:bodyPr>
          <a:lstStyle/>
          <a:p>
            <a:pPr algn="l">
              <a:spcAft>
                <a:spcPts val="0"/>
              </a:spcAft>
            </a:pPr>
            <a:r>
              <a:rPr sz="1500" b="1" i="0">
                <a:solidFill>
                  <a:srgbClr val="2B1C4F"/>
                </a:solidFill>
                <a:latin typeface="Aptos"/>
              </a:rPr>
              <a:t>Validate</a:t>
            </a:r>
          </a:p>
        </p:txBody>
      </p:sp>
      <p:sp>
        <p:nvSpPr>
          <p:cNvPr id="11" name="TextBox 10"/>
          <p:cNvSpPr txBox="1"/>
          <p:nvPr/>
        </p:nvSpPr>
        <p:spPr>
          <a:xfrm>
            <a:off x="3063240" y="1801368"/>
            <a:ext cx="7863840" cy="438912"/>
          </a:xfrm>
          <a:prstGeom prst="rect">
            <a:avLst/>
          </a:prstGeom>
          <a:noFill/>
        </p:spPr>
        <p:txBody>
          <a:bodyPr wrap="square" lIns="27432" tIns="27432" rIns="27432" bIns="27432" anchor="t">
            <a:spAutoFit/>
          </a:bodyPr>
          <a:lstStyle/>
          <a:p>
            <a:pPr algn="l">
              <a:spcAft>
                <a:spcPts val="0"/>
              </a:spcAft>
            </a:pPr>
            <a:r>
              <a:rPr sz="1300" b="0" i="0">
                <a:solidFill>
                  <a:srgbClr val="696376"/>
                </a:solidFill>
                <a:latin typeface="Aptos"/>
              </a:rPr>
              <a:t>Check required fields, sales values, duplicate identifiers, and gender consistency.</a:t>
            </a:r>
          </a:p>
        </p:txBody>
      </p:sp>
      <p:sp>
        <p:nvSpPr>
          <p:cNvPr id="12" name="Oval 11"/>
          <p:cNvSpPr/>
          <p:nvPr/>
        </p:nvSpPr>
        <p:spPr>
          <a:xfrm>
            <a:off x="868680" y="2587752"/>
            <a:ext cx="475488" cy="475488"/>
          </a:xfrm>
          <a:prstGeom prst="ellipse">
            <a:avLst/>
          </a:prstGeom>
          <a:solidFill>
            <a:srgbClr val="5B3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2688336"/>
            <a:ext cx="475488" cy="201168"/>
          </a:xfrm>
          <a:prstGeom prst="rect">
            <a:avLst/>
          </a:prstGeom>
          <a:noFill/>
        </p:spPr>
        <p:txBody>
          <a:bodyPr wrap="square" lIns="27432" tIns="27432" rIns="27432" bIns="27432" anchor="t">
            <a:spAutoFit/>
          </a:bodyPr>
          <a:lstStyle/>
          <a:p>
            <a:pPr algn="ctr">
              <a:spcAft>
                <a:spcPts val="0"/>
              </a:spcAft>
            </a:pPr>
            <a:r>
              <a:rPr sz="1100" b="1" i="0">
                <a:solidFill>
                  <a:srgbClr val="FFFFFF"/>
                </a:solidFill>
                <a:latin typeface="Aptos"/>
              </a:rPr>
              <a:t>02</a:t>
            </a:r>
          </a:p>
        </p:txBody>
      </p:sp>
      <p:sp>
        <p:nvSpPr>
          <p:cNvPr id="14" name="TextBox 13"/>
          <p:cNvSpPr txBox="1"/>
          <p:nvPr/>
        </p:nvSpPr>
        <p:spPr>
          <a:xfrm>
            <a:off x="1600200" y="2606040"/>
            <a:ext cx="1417320" cy="256032"/>
          </a:xfrm>
          <a:prstGeom prst="rect">
            <a:avLst/>
          </a:prstGeom>
          <a:noFill/>
        </p:spPr>
        <p:txBody>
          <a:bodyPr wrap="square" lIns="27432" tIns="27432" rIns="27432" bIns="27432" anchor="t">
            <a:spAutoFit/>
          </a:bodyPr>
          <a:lstStyle/>
          <a:p>
            <a:pPr algn="l">
              <a:spcAft>
                <a:spcPts val="0"/>
              </a:spcAft>
            </a:pPr>
            <a:r>
              <a:rPr sz="1500" b="1" i="0">
                <a:solidFill>
                  <a:srgbClr val="2B1C4F"/>
                </a:solidFill>
                <a:latin typeface="Aptos"/>
              </a:rPr>
              <a:t>Aggregate</a:t>
            </a:r>
          </a:p>
        </p:txBody>
      </p:sp>
      <p:sp>
        <p:nvSpPr>
          <p:cNvPr id="15" name="TextBox 14"/>
          <p:cNvSpPr txBox="1"/>
          <p:nvPr/>
        </p:nvSpPr>
        <p:spPr>
          <a:xfrm>
            <a:off x="3063240" y="2606040"/>
            <a:ext cx="7863840" cy="438912"/>
          </a:xfrm>
          <a:prstGeom prst="rect">
            <a:avLst/>
          </a:prstGeom>
          <a:noFill/>
        </p:spPr>
        <p:txBody>
          <a:bodyPr wrap="square" lIns="27432" tIns="27432" rIns="27432" bIns="27432" anchor="t">
            <a:spAutoFit/>
          </a:bodyPr>
          <a:lstStyle/>
          <a:p>
            <a:pPr algn="l">
              <a:spcAft>
                <a:spcPts val="0"/>
              </a:spcAft>
            </a:pPr>
            <a:r>
              <a:rPr sz="1300" b="0" i="0">
                <a:solidFill>
                  <a:srgbClr val="696376"/>
                </a:solidFill>
                <a:latin typeface="Aptos"/>
              </a:rPr>
              <a:t>Calculate mean recorded Total_Sales for each customer.</a:t>
            </a:r>
          </a:p>
        </p:txBody>
      </p:sp>
      <p:sp>
        <p:nvSpPr>
          <p:cNvPr id="16" name="Oval 15"/>
          <p:cNvSpPr/>
          <p:nvPr/>
        </p:nvSpPr>
        <p:spPr>
          <a:xfrm>
            <a:off x="868680" y="3392424"/>
            <a:ext cx="475488" cy="475488"/>
          </a:xfrm>
          <a:prstGeom prst="ellipse">
            <a:avLst/>
          </a:prstGeom>
          <a:solidFill>
            <a:srgbClr val="5B3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 y="3493008"/>
            <a:ext cx="475488" cy="201168"/>
          </a:xfrm>
          <a:prstGeom prst="rect">
            <a:avLst/>
          </a:prstGeom>
          <a:noFill/>
        </p:spPr>
        <p:txBody>
          <a:bodyPr wrap="square" lIns="27432" tIns="27432" rIns="27432" bIns="27432" anchor="t">
            <a:spAutoFit/>
          </a:bodyPr>
          <a:lstStyle/>
          <a:p>
            <a:pPr algn="ctr">
              <a:spcAft>
                <a:spcPts val="0"/>
              </a:spcAft>
            </a:pPr>
            <a:r>
              <a:rPr sz="1100" b="1" i="0">
                <a:solidFill>
                  <a:srgbClr val="FFFFFF"/>
                </a:solidFill>
                <a:latin typeface="Aptos"/>
              </a:rPr>
              <a:t>03</a:t>
            </a:r>
          </a:p>
        </p:txBody>
      </p:sp>
      <p:sp>
        <p:nvSpPr>
          <p:cNvPr id="18" name="TextBox 17"/>
          <p:cNvSpPr txBox="1"/>
          <p:nvPr/>
        </p:nvSpPr>
        <p:spPr>
          <a:xfrm>
            <a:off x="1600200" y="3410712"/>
            <a:ext cx="1417320" cy="256032"/>
          </a:xfrm>
          <a:prstGeom prst="rect">
            <a:avLst/>
          </a:prstGeom>
          <a:noFill/>
        </p:spPr>
        <p:txBody>
          <a:bodyPr wrap="square" lIns="27432" tIns="27432" rIns="27432" bIns="27432" anchor="t">
            <a:spAutoFit/>
          </a:bodyPr>
          <a:lstStyle/>
          <a:p>
            <a:pPr algn="l">
              <a:spcAft>
                <a:spcPts val="0"/>
              </a:spcAft>
            </a:pPr>
            <a:r>
              <a:rPr sz="1500" b="1" i="0">
                <a:solidFill>
                  <a:srgbClr val="2B1C4F"/>
                </a:solidFill>
                <a:latin typeface="Aptos"/>
              </a:rPr>
              <a:t>Filter</a:t>
            </a:r>
          </a:p>
        </p:txBody>
      </p:sp>
      <p:sp>
        <p:nvSpPr>
          <p:cNvPr id="19" name="TextBox 18"/>
          <p:cNvSpPr txBox="1"/>
          <p:nvPr/>
        </p:nvSpPr>
        <p:spPr>
          <a:xfrm>
            <a:off x="3063240" y="3410712"/>
            <a:ext cx="7863840" cy="438912"/>
          </a:xfrm>
          <a:prstGeom prst="rect">
            <a:avLst/>
          </a:prstGeom>
          <a:noFill/>
        </p:spPr>
        <p:txBody>
          <a:bodyPr wrap="square" lIns="27432" tIns="27432" rIns="27432" bIns="27432" anchor="t">
            <a:spAutoFit/>
          </a:bodyPr>
          <a:lstStyle/>
          <a:p>
            <a:pPr algn="l">
              <a:spcAft>
                <a:spcPts val="0"/>
              </a:spcAft>
            </a:pPr>
            <a:r>
              <a:rPr sz="1300" b="0" i="0">
                <a:solidFill>
                  <a:srgbClr val="696376"/>
                </a:solidFill>
                <a:latin typeface="Aptos"/>
              </a:rPr>
              <a:t>Exclude customers with conflicting gender labels.</a:t>
            </a:r>
          </a:p>
        </p:txBody>
      </p:sp>
      <p:sp>
        <p:nvSpPr>
          <p:cNvPr id="20" name="Oval 19"/>
          <p:cNvSpPr/>
          <p:nvPr/>
        </p:nvSpPr>
        <p:spPr>
          <a:xfrm>
            <a:off x="868680" y="4197096"/>
            <a:ext cx="475488" cy="475488"/>
          </a:xfrm>
          <a:prstGeom prst="ellipse">
            <a:avLst/>
          </a:prstGeom>
          <a:solidFill>
            <a:srgbClr val="5B3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8680" y="4297680"/>
            <a:ext cx="475488" cy="201168"/>
          </a:xfrm>
          <a:prstGeom prst="rect">
            <a:avLst/>
          </a:prstGeom>
          <a:noFill/>
        </p:spPr>
        <p:txBody>
          <a:bodyPr wrap="square" lIns="27432" tIns="27432" rIns="27432" bIns="27432" anchor="t">
            <a:spAutoFit/>
          </a:bodyPr>
          <a:lstStyle/>
          <a:p>
            <a:pPr algn="ctr">
              <a:spcAft>
                <a:spcPts val="0"/>
              </a:spcAft>
            </a:pPr>
            <a:r>
              <a:rPr sz="1100" b="1" i="0">
                <a:solidFill>
                  <a:srgbClr val="FFFFFF"/>
                </a:solidFill>
                <a:latin typeface="Aptos"/>
              </a:rPr>
              <a:t>04</a:t>
            </a:r>
          </a:p>
        </p:txBody>
      </p:sp>
      <p:sp>
        <p:nvSpPr>
          <p:cNvPr id="22" name="TextBox 21"/>
          <p:cNvSpPr txBox="1"/>
          <p:nvPr/>
        </p:nvSpPr>
        <p:spPr>
          <a:xfrm>
            <a:off x="1600200" y="4215383"/>
            <a:ext cx="1417320" cy="256032"/>
          </a:xfrm>
          <a:prstGeom prst="rect">
            <a:avLst/>
          </a:prstGeom>
          <a:noFill/>
        </p:spPr>
        <p:txBody>
          <a:bodyPr wrap="square" lIns="27432" tIns="27432" rIns="27432" bIns="27432" anchor="t">
            <a:spAutoFit/>
          </a:bodyPr>
          <a:lstStyle/>
          <a:p>
            <a:pPr algn="l">
              <a:spcAft>
                <a:spcPts val="0"/>
              </a:spcAft>
            </a:pPr>
            <a:r>
              <a:rPr sz="1500" b="1" i="0">
                <a:solidFill>
                  <a:srgbClr val="2B1C4F"/>
                </a:solidFill>
                <a:latin typeface="Aptos"/>
              </a:rPr>
              <a:t>Test</a:t>
            </a:r>
          </a:p>
        </p:txBody>
      </p:sp>
      <p:sp>
        <p:nvSpPr>
          <p:cNvPr id="23" name="TextBox 22"/>
          <p:cNvSpPr txBox="1"/>
          <p:nvPr/>
        </p:nvSpPr>
        <p:spPr>
          <a:xfrm>
            <a:off x="3063240" y="4215383"/>
            <a:ext cx="7863840" cy="438912"/>
          </a:xfrm>
          <a:prstGeom prst="rect">
            <a:avLst/>
          </a:prstGeom>
          <a:noFill/>
        </p:spPr>
        <p:txBody>
          <a:bodyPr wrap="square" lIns="27432" tIns="27432" rIns="27432" bIns="27432" anchor="t">
            <a:spAutoFit/>
          </a:bodyPr>
          <a:lstStyle/>
          <a:p>
            <a:pPr algn="l">
              <a:spcAft>
                <a:spcPts val="0"/>
              </a:spcAft>
            </a:pPr>
            <a:r>
              <a:rPr sz="1300" b="0" i="0">
                <a:solidFill>
                  <a:srgbClr val="696376"/>
                </a:solidFill>
                <a:latin typeface="Aptos"/>
              </a:rPr>
              <a:t>Run a two-sided Welch t-test; do not assume equal group variances.</a:t>
            </a:r>
          </a:p>
        </p:txBody>
      </p:sp>
      <p:sp>
        <p:nvSpPr>
          <p:cNvPr id="24" name="Oval 23"/>
          <p:cNvSpPr/>
          <p:nvPr/>
        </p:nvSpPr>
        <p:spPr>
          <a:xfrm>
            <a:off x="868680" y="5001768"/>
            <a:ext cx="475488" cy="475488"/>
          </a:xfrm>
          <a:prstGeom prst="ellipse">
            <a:avLst/>
          </a:prstGeom>
          <a:solidFill>
            <a:srgbClr val="5B3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68680" y="5102352"/>
            <a:ext cx="475488" cy="201168"/>
          </a:xfrm>
          <a:prstGeom prst="rect">
            <a:avLst/>
          </a:prstGeom>
          <a:noFill/>
        </p:spPr>
        <p:txBody>
          <a:bodyPr wrap="square" lIns="27432" tIns="27432" rIns="27432" bIns="27432" anchor="t">
            <a:spAutoFit/>
          </a:bodyPr>
          <a:lstStyle/>
          <a:p>
            <a:pPr algn="ctr">
              <a:spcAft>
                <a:spcPts val="0"/>
              </a:spcAft>
            </a:pPr>
            <a:r>
              <a:rPr sz="1100" b="1" i="0">
                <a:solidFill>
                  <a:srgbClr val="FFFFFF"/>
                </a:solidFill>
                <a:latin typeface="Aptos"/>
              </a:rPr>
              <a:t>05</a:t>
            </a:r>
          </a:p>
        </p:txBody>
      </p:sp>
      <p:sp>
        <p:nvSpPr>
          <p:cNvPr id="26" name="TextBox 25"/>
          <p:cNvSpPr txBox="1"/>
          <p:nvPr/>
        </p:nvSpPr>
        <p:spPr>
          <a:xfrm>
            <a:off x="1600200" y="5020055"/>
            <a:ext cx="1417320" cy="256032"/>
          </a:xfrm>
          <a:prstGeom prst="rect">
            <a:avLst/>
          </a:prstGeom>
          <a:noFill/>
        </p:spPr>
        <p:txBody>
          <a:bodyPr wrap="square" lIns="27432" tIns="27432" rIns="27432" bIns="27432" anchor="t">
            <a:spAutoFit/>
          </a:bodyPr>
          <a:lstStyle/>
          <a:p>
            <a:pPr algn="l">
              <a:spcAft>
                <a:spcPts val="0"/>
              </a:spcAft>
            </a:pPr>
            <a:r>
              <a:rPr sz="1500" b="1" i="0">
                <a:solidFill>
                  <a:srgbClr val="2B1C4F"/>
                </a:solidFill>
                <a:latin typeface="Aptos"/>
              </a:rPr>
              <a:t>Interpret</a:t>
            </a:r>
          </a:p>
        </p:txBody>
      </p:sp>
      <p:sp>
        <p:nvSpPr>
          <p:cNvPr id="27" name="TextBox 26"/>
          <p:cNvSpPr txBox="1"/>
          <p:nvPr/>
        </p:nvSpPr>
        <p:spPr>
          <a:xfrm>
            <a:off x="3063240" y="5020055"/>
            <a:ext cx="7863840" cy="438912"/>
          </a:xfrm>
          <a:prstGeom prst="rect">
            <a:avLst/>
          </a:prstGeom>
          <a:noFill/>
        </p:spPr>
        <p:txBody>
          <a:bodyPr wrap="square" lIns="27432" tIns="27432" rIns="27432" bIns="27432" anchor="t">
            <a:spAutoFit/>
          </a:bodyPr>
          <a:lstStyle/>
          <a:p>
            <a:pPr algn="l">
              <a:spcAft>
                <a:spcPts val="0"/>
              </a:spcAft>
            </a:pPr>
            <a:r>
              <a:rPr sz="1300" b="0" i="0">
                <a:solidFill>
                  <a:srgbClr val="696376"/>
                </a:solidFill>
                <a:latin typeface="Aptos"/>
              </a:rPr>
              <a:t>Compare p-value with 0.05 and report the 95% CI for the mean difference.</a:t>
            </a:r>
          </a:p>
        </p:txBody>
      </p:sp>
      <p:sp>
        <p:nvSpPr>
          <p:cNvPr id="28" name="Rounded Rectangle 27"/>
          <p:cNvSpPr/>
          <p:nvPr/>
        </p:nvSpPr>
        <p:spPr>
          <a:xfrm>
            <a:off x="868680" y="5806440"/>
            <a:ext cx="10332720" cy="384048"/>
          </a:xfrm>
          <a:prstGeom prst="roundRect">
            <a:avLst/>
          </a:prstGeom>
          <a:solidFill>
            <a:srgbClr val="EFE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97280" y="5879592"/>
            <a:ext cx="9875520" cy="182880"/>
          </a:xfrm>
          <a:prstGeom prst="rect">
            <a:avLst/>
          </a:prstGeom>
          <a:noFill/>
        </p:spPr>
        <p:txBody>
          <a:bodyPr wrap="square" lIns="27432" tIns="27432" rIns="27432" bIns="27432" anchor="t">
            <a:spAutoFit/>
          </a:bodyPr>
          <a:lstStyle/>
          <a:p>
            <a:pPr algn="l">
              <a:spcAft>
                <a:spcPts val="0"/>
              </a:spcAft>
            </a:pPr>
            <a:r>
              <a:rPr sz="1200" b="1" i="0">
                <a:solidFill>
                  <a:srgbClr val="2B1C4F"/>
                </a:solidFill>
                <a:latin typeface="Aptos"/>
              </a:rPr>
              <a:t>Interpretation rule: p &lt; 0.05 → reject H₀; otherwise, fail to reject H₀.</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32420">
        <p159:morph option="byObject"/>
      </p:transition>
    </mc:Choice>
    <mc:Fallback>
      <p:transition spd="slow" advTm="32420">
        <p:fade/>
      </p:transition>
    </mc:Fallback>
  </mc:AlternateContent>
  <p:extLst>
    <p:ext uri="{3A86A75C-4F4B-4683-9AE1-C65F6400EC91}">
      <p14:laserTraceLst xmlns:p14="http://schemas.microsoft.com/office/powerpoint/2010/main">
        <p14:tracePtLst>
          <p14:tracePt t="895" x="11895138" y="3433763"/>
          <p14:tracePt t="903" x="11715750" y="3416300"/>
          <p14:tracePt t="916" x="11606213" y="3416300"/>
          <p14:tracePt t="919" x="11487150" y="3416300"/>
          <p14:tracePt t="931" x="11307763" y="3398838"/>
          <p14:tracePt t="950" x="10993438" y="3373438"/>
          <p14:tracePt t="952" x="10679113" y="3373438"/>
          <p14:tracePt t="965" x="10399713" y="3330575"/>
          <p14:tracePt t="982" x="9652000" y="3186113"/>
          <p14:tracePt t="999" x="9244013" y="3101975"/>
          <p14:tracePt t="1052" x="7832725" y="2727325"/>
          <p14:tracePt t="1064" x="7459663" y="2686050"/>
          <p14:tracePt t="1081" x="6915150" y="2566988"/>
          <p14:tracePt t="1098" x="6508750" y="2498725"/>
          <p14:tracePt t="1116" x="5956300" y="2344738"/>
          <p14:tracePt t="1132" x="5607050" y="2293938"/>
          <p14:tracePt t="1149" x="5284788" y="2235200"/>
          <p14:tracePt t="1152" x="5191125" y="2217738"/>
          <p14:tracePt t="1165" x="4953000" y="2174875"/>
          <p14:tracePt t="1183" x="4613275" y="2159000"/>
          <p14:tracePt t="1185" x="4494213" y="2133600"/>
          <p14:tracePt t="1198" x="4256088" y="2116138"/>
          <p14:tracePt t="1216" x="4078288" y="2098675"/>
          <p14:tracePt t="1218" x="3992563" y="2098675"/>
          <p14:tracePt t="1232" x="3900488" y="2073275"/>
          <p14:tracePt t="1248" x="3644900" y="2039938"/>
          <p14:tracePt t="1265" x="3551238" y="2039938"/>
          <p14:tracePt t="1282" x="3432175" y="2014538"/>
          <p14:tracePt t="1298" x="3322638" y="2014538"/>
          <p14:tracePt t="1315" x="3211513" y="2014538"/>
          <p14:tracePt t="1331" x="3041650" y="2014538"/>
          <p14:tracePt t="1348" x="2973388" y="2014538"/>
          <p14:tracePt t="1366" x="2828925" y="1997075"/>
          <p14:tracePt t="1382" x="2760663" y="1997075"/>
          <p14:tracePt t="1399" x="2684463" y="1997075"/>
          <p14:tracePt t="1401" x="2659063" y="1997075"/>
          <p14:tracePt t="1416" x="2600325" y="2014538"/>
          <p14:tracePt t="1431" x="2549525" y="2030413"/>
          <p14:tracePt t="1449" x="2471738" y="2047875"/>
          <p14:tracePt t="1451" x="2463800" y="2047875"/>
          <p14:tracePt t="1464" x="2446338" y="2047875"/>
          <p14:tracePt t="1483" x="2387600" y="2055813"/>
          <p14:tracePt t="1485" x="2370138" y="2055813"/>
          <p14:tracePt t="1498" x="2344738" y="2055813"/>
          <p14:tracePt t="1514" x="2319338" y="2065338"/>
          <p14:tracePt t="1533" x="2293938" y="2065338"/>
          <p14:tracePt t="1535" x="2293938" y="2082800"/>
          <p14:tracePt t="1549" x="2276475" y="2082800"/>
          <p14:tracePt t="1566" x="2276475" y="2090738"/>
          <p14:tracePt t="1581" x="2260600" y="2090738"/>
          <p14:tracePt t="1598" x="2235200" y="2108200"/>
          <p14:tracePt t="1614" x="2235200" y="2116138"/>
          <p14:tracePt t="1632" x="2225675" y="2133600"/>
          <p14:tracePt t="1648" x="2200275" y="2149475"/>
          <p14:tracePt t="1664" x="2174875" y="2166938"/>
          <p14:tracePt t="1682" x="2141538" y="2174875"/>
          <p14:tracePt t="1684" x="2090738" y="2192338"/>
          <p14:tracePt t="1698" x="2030413" y="2227263"/>
          <p14:tracePt t="1715" x="1936750" y="2252663"/>
          <p14:tracePt t="1718" x="1878013" y="2252663"/>
          <p14:tracePt t="1731" x="1827213" y="2268538"/>
          <p14:tracePt t="1733" x="1766888" y="2268538"/>
          <p14:tracePt t="1749" x="1657350" y="2260600"/>
          <p14:tracePt t="1765" x="1546225" y="2260600"/>
          <p14:tracePt t="1782" x="1401763" y="2200275"/>
          <p14:tracePt t="1798" x="1343025" y="2166938"/>
          <p14:tracePt t="1815" x="1300163" y="2141538"/>
          <p14:tracePt t="1818" x="1274763" y="2116138"/>
          <p14:tracePt t="1832" x="1231900" y="2039938"/>
          <p14:tracePt t="1848" x="1214438" y="1946275"/>
          <p14:tracePt t="2165" x="1214438" y="1571625"/>
          <p14:tracePt t="2185" x="1300163" y="492125"/>
          <p14:tracePt t="2196" x="1300163" y="400050"/>
          <p14:tracePt t="2213" x="1308100" y="365125"/>
          <p14:tracePt t="2231" x="1325563" y="339725"/>
          <p14:tracePt t="2313" x="1333500" y="339725"/>
          <p14:tracePt t="2327" x="1333500" y="357188"/>
          <p14:tracePt t="2347" x="1333500" y="365125"/>
          <p14:tracePt t="2376" x="1333500" y="374650"/>
          <p14:tracePt t="2382" x="1350963" y="374650"/>
          <p14:tracePt t="2404" x="1350963" y="390525"/>
          <p14:tracePt t="2410" x="1350963" y="382588"/>
          <p14:tracePt t="2417" x="1350963" y="390525"/>
          <p14:tracePt t="2431" x="1358900" y="400050"/>
          <p14:tracePt t="2447" x="1358900" y="415925"/>
          <p14:tracePt t="2481" x="1358900" y="425450"/>
          <p14:tracePt t="2501" x="1358900" y="441325"/>
          <p14:tracePt t="2508" x="1358900" y="450850"/>
          <p14:tracePt t="2523" x="1368425" y="458788"/>
          <p14:tracePt t="2530" x="1368425" y="476250"/>
          <p14:tracePt t="2547" x="1384300" y="484188"/>
          <p14:tracePt t="2564" x="1393825" y="509588"/>
          <p14:tracePt t="2580" x="1393825" y="534988"/>
          <p14:tracePt t="2598" x="1409700" y="560388"/>
          <p14:tracePt t="2600" x="1409700" y="569913"/>
          <p14:tracePt t="2614" x="1419225" y="585788"/>
          <p14:tracePt t="2631" x="1435100" y="620713"/>
          <p14:tracePt t="2648" x="1435100" y="646113"/>
          <p14:tracePt t="2664" x="1444625" y="679450"/>
          <p14:tracePt t="2666" x="1452563" y="696913"/>
          <p14:tracePt t="2681" x="1477963" y="722313"/>
          <p14:tracePt t="2697" x="1495425" y="747713"/>
          <p14:tracePt t="2713" x="1538288" y="781050"/>
          <p14:tracePt t="2730" x="1546225" y="823913"/>
          <p14:tracePt t="2749" x="1579563" y="858838"/>
          <p14:tracePt t="2764" x="1597025" y="900113"/>
          <p14:tracePt t="2780" x="1606550" y="909638"/>
          <p14:tracePt t="2798" x="1631950" y="942975"/>
          <p14:tracePt t="2814" x="1647825" y="960438"/>
          <p14:tracePt t="2830" x="1657350" y="985838"/>
          <p14:tracePt t="2846" x="1657350" y="993775"/>
          <p14:tracePt t="2864" x="1665288" y="1011238"/>
          <p14:tracePt t="3140" x="1724025" y="1019175"/>
          <p14:tracePt t="3147" x="1792288" y="1036638"/>
          <p14:tracePt t="3162" x="1903413" y="1054100"/>
          <p14:tracePt t="3181" x="2012950" y="1087438"/>
          <p14:tracePt t="3198" x="2132013" y="1112838"/>
          <p14:tracePt t="3213" x="2192338" y="1130300"/>
          <p14:tracePt t="3230" x="2225675" y="1130300"/>
          <p14:tracePt t="3247" x="2268538" y="1147763"/>
          <p14:tracePt t="3248" x="2276475" y="1147763"/>
          <p14:tracePt t="3263" x="2319338" y="1147763"/>
          <p14:tracePt t="3280" x="2344738" y="1155700"/>
          <p14:tracePt t="3297" x="2387600" y="1173163"/>
          <p14:tracePt t="3313" x="2413000" y="1181100"/>
          <p14:tracePt t="3330" x="2455863" y="1198563"/>
          <p14:tracePt t="3346" x="2481263" y="1198563"/>
          <p14:tracePt t="3365" x="2506663" y="1206500"/>
          <p14:tracePt t="3367" x="2514600" y="1206500"/>
          <p14:tracePt t="3379" x="2524125" y="1206500"/>
          <p14:tracePt t="3397" x="2549525" y="1216025"/>
          <p14:tracePt t="3400" x="2565400" y="1216025"/>
          <p14:tracePt t="3414" x="2574925" y="1231900"/>
          <p14:tracePt t="3429" x="2600325" y="1231900"/>
          <p14:tracePt t="3447" x="2608263" y="1241425"/>
          <p14:tracePt t="3463" x="2651125" y="1241425"/>
          <p14:tracePt t="3479" x="2676525" y="1257300"/>
          <p14:tracePt t="3497" x="2701925" y="1257300"/>
          <p14:tracePt t="3499" x="2709863" y="1257300"/>
          <p14:tracePt t="3513" x="2719388" y="1257300"/>
          <p14:tracePt t="3530" x="2760663" y="1257300"/>
          <p14:tracePt t="3547" x="2786063" y="1257300"/>
          <p14:tracePt t="3563" x="2820988" y="1257300"/>
          <p14:tracePt t="3582" x="2854325" y="1257300"/>
          <p14:tracePt t="3598" x="2879725" y="1257300"/>
          <p14:tracePt t="3613" x="2897188" y="1257300"/>
          <p14:tracePt t="3631" x="2930525" y="1257300"/>
          <p14:tracePt t="3633" x="2947988" y="1257300"/>
          <p14:tracePt t="3647" x="2955925" y="1257300"/>
          <p14:tracePt t="3664" x="2998788" y="1257300"/>
          <p14:tracePt t="3665" x="3008313" y="1257300"/>
          <p14:tracePt t="3680" x="3016250" y="1257300"/>
          <p14:tracePt t="3697" x="3059113" y="1257300"/>
          <p14:tracePt t="3715" x="3092450" y="1249363"/>
          <p14:tracePt t="3717" x="3109913" y="1249363"/>
          <p14:tracePt t="3730" x="3160713" y="1249363"/>
          <p14:tracePt t="3747" x="3211513" y="1241425"/>
          <p14:tracePt t="3763" x="3270250" y="1241425"/>
          <p14:tracePt t="3765" x="3279775" y="1241425"/>
          <p14:tracePt t="3780" x="3330575" y="1241425"/>
          <p14:tracePt t="3796" x="3406775" y="1241425"/>
          <p14:tracePt t="3798" x="3449638" y="1241425"/>
          <p14:tracePt t="3813" x="3467100" y="1241425"/>
          <p14:tracePt t="3815" x="3500438" y="1241425"/>
          <p14:tracePt t="3830" x="3559175" y="1241425"/>
          <p14:tracePt t="3846" x="3627438" y="1241425"/>
          <p14:tracePt t="3848" x="3662363" y="1241425"/>
          <p14:tracePt t="3863" x="3713163" y="1241425"/>
          <p14:tracePt t="3879" x="3771900" y="1241425"/>
          <p14:tracePt t="3897" x="3822700" y="1241425"/>
          <p14:tracePt t="3900" x="3848100" y="1241425"/>
          <p14:tracePt t="3913" x="3908425" y="1241425"/>
          <p14:tracePt t="3930" x="3941763" y="1241425"/>
          <p14:tracePt t="3932" x="3984625" y="1241425"/>
          <p14:tracePt t="3946" x="4010025" y="1241425"/>
          <p14:tracePt t="3962" x="4078288" y="1223963"/>
          <p14:tracePt t="3981" x="4121150" y="1223963"/>
          <p14:tracePt t="3983" x="4129088" y="1223963"/>
          <p14:tracePt t="3996" x="4154488" y="1223963"/>
          <p14:tracePt t="4013" x="4179888" y="1223963"/>
          <p14:tracePt t="4030" x="4214813" y="1223963"/>
          <p14:tracePt t="4033" x="4230688" y="1223963"/>
          <p14:tracePt t="4045" x="4240213" y="1223963"/>
          <p14:tracePt t="4063" x="4281488" y="1223963"/>
          <p14:tracePt t="4079" x="4316413" y="1223963"/>
          <p14:tracePt t="4096" x="4349750" y="1223963"/>
          <p14:tracePt t="4113" x="4375150" y="1223963"/>
          <p14:tracePt t="4115" x="4392613" y="1223963"/>
          <p14:tracePt t="4130" x="4418013" y="1223963"/>
          <p14:tracePt t="4146" x="4435475" y="1223963"/>
          <p14:tracePt t="4164" x="4451350" y="1223963"/>
          <p14:tracePt t="4166" x="4460875" y="1223963"/>
          <p14:tracePt t="4179" x="4476750" y="1223963"/>
          <p14:tracePt t="4181" x="4486275" y="1223963"/>
          <p14:tracePt t="4196" x="4511675" y="1223963"/>
          <p14:tracePt t="4214" x="4537075" y="1223963"/>
          <p14:tracePt t="4229" x="4562475" y="1223963"/>
          <p14:tracePt t="4247" x="4587875" y="1223963"/>
          <p14:tracePt t="4249" x="4595813" y="1223963"/>
          <p14:tracePt t="4263" x="4621213" y="1223963"/>
          <p14:tracePt t="4280" x="4646613" y="1223963"/>
          <p14:tracePt t="4297" x="4673600" y="1223963"/>
          <p14:tracePt t="4300" x="4681538" y="1223963"/>
          <p14:tracePt t="4312" x="4706938" y="1223963"/>
          <p14:tracePt t="4330" x="4740275" y="1223963"/>
          <p14:tracePt t="4346" x="4757738" y="1223963"/>
          <p14:tracePt t="4361" x="4808538" y="1223963"/>
          <p14:tracePt t="4380" x="4833938" y="1223963"/>
          <p14:tracePt t="4382" x="4843463" y="1223963"/>
          <p14:tracePt t="4396" x="4876800" y="1223963"/>
          <p14:tracePt t="4413" x="4894263" y="1223963"/>
          <p14:tracePt t="4431" x="4945063" y="1223963"/>
          <p14:tracePt t="4445" x="4953000" y="1223963"/>
          <p14:tracePt t="4463" x="4978400" y="1223963"/>
          <p14:tracePt t="4465" x="4987925" y="1223963"/>
          <p14:tracePt t="4479" x="5003800" y="1223963"/>
          <p14:tracePt t="4496" x="5029200" y="1223963"/>
          <p14:tracePt t="4514" x="5054600" y="1223963"/>
          <p14:tracePt t="4530" x="5072063" y="1223963"/>
          <p14:tracePt t="4546" x="5097463" y="1223963"/>
          <p14:tracePt t="4562" x="5114925" y="1241425"/>
          <p14:tracePt t="4579" x="5140325" y="1241425"/>
          <p14:tracePt t="4595" x="5173663" y="1241425"/>
          <p14:tracePt t="4613" x="5199063" y="1249363"/>
          <p14:tracePt t="4629" x="5233988" y="1249363"/>
          <p14:tracePt t="4645" x="5259388" y="1249363"/>
          <p14:tracePt t="4663" x="5302250" y="1249363"/>
          <p14:tracePt t="4678" x="5310188" y="1249363"/>
          <p14:tracePt t="4695" x="5318125" y="1249363"/>
          <p14:tracePt t="4713" x="5368925" y="1249363"/>
          <p14:tracePt t="4732" x="5386388" y="1249363"/>
          <p14:tracePt t="4745" x="5394325" y="1249363"/>
          <p14:tracePt t="4762" x="5421313" y="1249363"/>
          <p14:tracePt t="4781" x="5429250" y="1249363"/>
          <p14:tracePt t="4816" x="5446713" y="1249363"/>
          <p14:tracePt t="4837" x="5454650" y="1249363"/>
          <p14:tracePt t="4859" x="5472113" y="1249363"/>
          <p14:tracePt t="4984" x="5462588" y="1249363"/>
          <p14:tracePt t="4990" x="5454650" y="1249363"/>
          <p14:tracePt t="5946" x="5173663" y="1198563"/>
          <p14:tracePt t="5954" x="4791075" y="1147763"/>
          <p14:tracePt t="5960" x="4537075" y="1122363"/>
          <p14:tracePt t="5976" x="4197350" y="1122363"/>
          <p14:tracePt t="5994" x="3984625" y="1104900"/>
          <p14:tracePt t="6011" x="3508375" y="1062038"/>
          <p14:tracePt t="6028" x="3117850" y="1062038"/>
          <p14:tracePt t="6045" x="2684463" y="1062038"/>
          <p14:tracePt t="6060" x="2514600" y="1062038"/>
          <p14:tracePt t="6078" x="2362200" y="1062038"/>
          <p14:tracePt t="6079" x="2301875" y="1062038"/>
          <p14:tracePt t="6093" x="2276475" y="1062038"/>
          <p14:tracePt t="6111" x="2116138" y="1069975"/>
          <p14:tracePt t="6114" x="2090738" y="1069975"/>
          <p14:tracePt t="6127" x="2047875" y="1069975"/>
          <p14:tracePt t="6144" x="1962150" y="1079500"/>
          <p14:tracePt t="6161" x="1920875" y="1079500"/>
          <p14:tracePt t="6162" x="1878013" y="1079500"/>
          <p14:tracePt t="6177" x="1852613" y="1079500"/>
          <p14:tracePt t="6179" x="1827213" y="1079500"/>
          <p14:tracePt t="6193" x="1801813" y="1096963"/>
          <p14:tracePt t="6212" x="1733550" y="1096963"/>
          <p14:tracePt t="6226" x="1698625" y="1096963"/>
          <p14:tracePt t="6244" x="1622425" y="1104900"/>
          <p14:tracePt t="6262" x="1512888" y="1122363"/>
          <p14:tracePt t="6277" x="1419225" y="1138238"/>
          <p14:tracePt t="6295" x="1325563" y="1163638"/>
          <p14:tracePt t="6297" x="1239838" y="1181100"/>
          <p14:tracePt t="6311" x="1163638" y="1181100"/>
          <p14:tracePt t="6327" x="1069975" y="1216025"/>
          <p14:tracePt t="6343" x="976313" y="1249363"/>
          <p14:tracePt t="6361" x="841375" y="1282700"/>
          <p14:tracePt t="6378" x="781050" y="1308100"/>
          <p14:tracePt t="6380" x="755650" y="1308100"/>
          <p14:tracePt t="6395" x="722313" y="1333500"/>
          <p14:tracePt t="6410" x="679450" y="1343025"/>
          <p14:tracePt t="6427" x="654050" y="1360488"/>
          <p14:tracePt t="6443" x="620713" y="1368425"/>
          <p14:tracePt t="6461" x="595313" y="1385888"/>
          <p14:tracePt t="6479" x="552450" y="1411288"/>
          <p14:tracePt t="6493" x="552450" y="1419225"/>
          <p14:tracePt t="6511" x="527050" y="1427163"/>
          <p14:tracePt t="6529" x="509588" y="1452563"/>
          <p14:tracePt t="6543" x="492125" y="1470025"/>
          <p14:tracePt t="6560" x="484188" y="1477963"/>
          <p14:tracePt t="6577" x="484188" y="1504950"/>
          <p14:tracePt t="6593" x="466725" y="1504950"/>
          <p14:tracePt t="6609" x="466725" y="1530350"/>
          <p14:tracePt t="6627" x="466725" y="1555750"/>
          <p14:tracePt t="6643" x="476250" y="1563688"/>
          <p14:tracePt t="6660" x="476250" y="1571625"/>
          <p14:tracePt t="6676" x="476250" y="1589088"/>
          <p14:tracePt t="6695" x="484188" y="1597025"/>
          <p14:tracePt t="6697" x="501650" y="1597025"/>
          <p14:tracePt t="6711" x="501650" y="1606550"/>
          <p14:tracePt t="6726" x="517525" y="1622425"/>
          <p14:tracePt t="6743" x="534988" y="1622425"/>
          <p14:tracePt t="6761" x="560388" y="1639888"/>
          <p14:tracePt t="6776" x="569913" y="1639888"/>
          <p14:tracePt t="6794" x="595313" y="1649413"/>
          <p14:tracePt t="6809" x="620713" y="1649413"/>
          <p14:tracePt t="6827" x="646113" y="1665288"/>
          <p14:tracePt t="6830" x="661988" y="1665288"/>
          <p14:tracePt t="6843" x="671513" y="1665288"/>
          <p14:tracePt t="6860" x="696913" y="1665288"/>
          <p14:tracePt t="6876" x="722313" y="1665288"/>
          <p14:tracePt t="6880" x="730250" y="1665288"/>
          <p14:tracePt t="6893" x="747713" y="1665288"/>
          <p14:tracePt t="6910" x="773113" y="1665288"/>
          <p14:tracePt t="6927" x="798513" y="1665288"/>
          <p14:tracePt t="6942" x="823913" y="1665288"/>
          <p14:tracePt t="6959" x="841375" y="1665288"/>
          <p14:tracePt t="6977" x="866775" y="1665288"/>
          <p14:tracePt t="6993" x="892175" y="1665288"/>
          <p14:tracePt t="7010" x="917575" y="1665288"/>
          <p14:tracePt t="7026" x="942975" y="1665288"/>
          <p14:tracePt t="7043" x="950913" y="1665288"/>
          <p14:tracePt t="7060" x="968375" y="1657350"/>
          <p14:tracePt t="7078" x="968375" y="1649413"/>
          <p14:tracePt t="7518" x="993775" y="1649413"/>
          <p14:tracePt t="7526" x="1036638" y="1649413"/>
          <p14:tracePt t="7542" x="1147763" y="1649413"/>
          <p14:tracePt t="7560" x="1274763" y="1649413"/>
          <p14:tracePt t="7561" x="1317625" y="1649413"/>
          <p14:tracePt t="7576" x="1393825" y="1631950"/>
          <p14:tracePt t="7592" x="1477963" y="1631950"/>
          <p14:tracePt t="7609" x="1528763" y="1631950"/>
          <p14:tracePt t="7626" x="1571625" y="1631950"/>
          <p14:tracePt t="7628" x="1579563" y="1631950"/>
          <p14:tracePt t="7644" x="1622425" y="1631950"/>
          <p14:tracePt t="7659" x="1657350" y="1631950"/>
          <p14:tracePt t="7676" x="1682750" y="1631950"/>
          <p14:tracePt t="7692" x="1758950" y="1631950"/>
          <p14:tracePt t="7709" x="1817688" y="1639888"/>
          <p14:tracePt t="7726" x="1868488" y="1639888"/>
          <p14:tracePt t="7742" x="1954213" y="1639888"/>
          <p14:tracePt t="7760" x="1987550" y="1639888"/>
          <p14:tracePt t="7763" x="2022475" y="1639888"/>
          <p14:tracePt t="7776" x="2047875" y="1639888"/>
          <p14:tracePt t="7778" x="2073275" y="1657350"/>
          <p14:tracePt t="7793" x="2132013" y="1657350"/>
          <p14:tracePt t="7809" x="2166938" y="1665288"/>
          <p14:tracePt t="7825" x="2192338" y="1665288"/>
          <p14:tracePt t="7827" x="2217738" y="1665288"/>
          <p14:tracePt t="7843" x="2243138" y="1665288"/>
          <p14:tracePt t="7859" x="2301875" y="1665288"/>
          <p14:tracePt t="7876" x="2344738" y="1665288"/>
          <p14:tracePt t="7892" x="2405063" y="1665288"/>
          <p14:tracePt t="7908" x="2455863" y="1665288"/>
          <p14:tracePt t="7925" x="2549525" y="1674813"/>
          <p14:tracePt t="7944" x="2651125" y="1690688"/>
          <p14:tracePt t="7958" x="2684463" y="1690688"/>
          <p14:tracePt t="7976" x="2744788" y="1708150"/>
          <p14:tracePt t="7993" x="2786063" y="1716088"/>
          <p14:tracePt t="8009" x="2838450" y="1716088"/>
          <p14:tracePt t="8026" x="2871788" y="1733550"/>
          <p14:tracePt t="8028" x="2889250" y="1733550"/>
          <p14:tracePt t="8044" x="2914650" y="1733550"/>
          <p14:tracePt t="8058" x="2940050" y="1733550"/>
          <p14:tracePt t="8075" x="2965450" y="1733550"/>
          <p14:tracePt t="8091" x="3008313" y="1733550"/>
          <p14:tracePt t="8109" x="3067050" y="1733550"/>
          <p14:tracePt t="8126" x="3100388" y="1733550"/>
          <p14:tracePt t="8140" x="3143250" y="1733550"/>
          <p14:tracePt t="8158" x="3178175" y="1733550"/>
          <p14:tracePt t="8176" x="3228975" y="1733550"/>
          <p14:tracePt t="8191" x="3270250" y="1733550"/>
          <p14:tracePt t="8208" x="3279775" y="1733550"/>
          <p14:tracePt t="8224" x="3330575" y="1733550"/>
          <p14:tracePt t="8241" x="3348038" y="1733550"/>
          <p14:tracePt t="8258" x="3381375" y="1733550"/>
          <p14:tracePt t="8259" x="3389313" y="1733550"/>
          <p14:tracePt t="8274" x="3414713" y="1733550"/>
          <p14:tracePt t="8290" x="3441700" y="1733550"/>
          <p14:tracePt t="8307" x="3467100" y="1733550"/>
          <p14:tracePt t="8324" x="3492500" y="1733550"/>
          <p14:tracePt t="8341" x="3500438" y="1733550"/>
          <p14:tracePt t="8342" x="3517900" y="1725613"/>
          <p14:tracePt t="8359" x="3543300" y="1725613"/>
          <p14:tracePt t="8376" x="3551238" y="1716088"/>
          <p14:tracePt t="8392" x="3576638" y="1716088"/>
          <p14:tracePt t="8408" x="3586163" y="1716088"/>
          <p14:tracePt t="8426" x="3627438" y="1716088"/>
          <p14:tracePt t="8427" x="3636963" y="1716088"/>
          <p14:tracePt t="8443" x="3644900" y="1716088"/>
          <p14:tracePt t="8458" x="3687763" y="1716088"/>
          <p14:tracePt t="8474" x="3713163" y="1700213"/>
          <p14:tracePt t="8491" x="3746500" y="1690688"/>
          <p14:tracePt t="8508" x="3789363" y="1674813"/>
          <p14:tracePt t="8526" x="3814763" y="1674813"/>
          <p14:tracePt t="8542" x="3857625" y="1674813"/>
          <p14:tracePt t="8559" x="3908425" y="1665288"/>
          <p14:tracePt t="8574" x="3951288" y="1649413"/>
          <p14:tracePt t="8591" x="4027488" y="1649413"/>
          <p14:tracePt t="8609" x="4052888" y="1649413"/>
          <p14:tracePt t="8610" x="4078288" y="1649413"/>
          <p14:tracePt t="8626" x="4111625" y="1649413"/>
          <p14:tracePt t="8641" x="4154488" y="1649413"/>
          <p14:tracePt t="8658" x="4197350" y="1649413"/>
          <p14:tracePt t="8674" x="4248150" y="1639888"/>
          <p14:tracePt t="8691" x="4281488" y="1622425"/>
          <p14:tracePt t="8707" x="4316413" y="1622425"/>
          <p14:tracePt t="8724" x="4367213" y="1622425"/>
          <p14:tracePt t="8740" x="4392613" y="1622425"/>
          <p14:tracePt t="8759" x="4460875" y="1614488"/>
          <p14:tracePt t="8775" x="4486275" y="1614488"/>
          <p14:tracePt t="8790" x="4519613" y="1614488"/>
          <p14:tracePt t="8807" x="4570413" y="1614488"/>
          <p14:tracePt t="8823" x="4605338" y="1614488"/>
          <p14:tracePt t="8840" x="4630738" y="1614488"/>
          <p14:tracePt t="8841" x="4656138" y="1614488"/>
          <p14:tracePt t="8856" x="4673600" y="1614488"/>
          <p14:tracePt t="8874" x="4706938" y="1614488"/>
          <p14:tracePt t="8891" x="4740275" y="1614488"/>
          <p14:tracePt t="8907" x="4765675" y="1614488"/>
          <p14:tracePt t="8924" x="4808538" y="1614488"/>
          <p14:tracePt t="8942" x="4843463" y="1614488"/>
          <p14:tracePt t="8958" x="4868863" y="1614488"/>
          <p14:tracePt t="8977" x="4919663" y="1614488"/>
          <p14:tracePt t="8990" x="4953000" y="1614488"/>
          <p14:tracePt t="9009" x="4995863" y="1614488"/>
          <p14:tracePt t="9011" x="5003800" y="1614488"/>
          <p14:tracePt t="9026" x="5046663" y="1614488"/>
          <p14:tracePt t="9042" x="5114925" y="1597025"/>
          <p14:tracePt t="9058" x="5173663" y="1597025"/>
          <p14:tracePt t="9076" x="5267325" y="1597025"/>
          <p14:tracePt t="9090" x="5327650" y="1597025"/>
          <p14:tracePt t="9108" x="5378450" y="1597025"/>
          <p14:tracePt t="9125" x="5462588" y="1581150"/>
          <p14:tracePt t="9141" x="5505450" y="1581150"/>
          <p14:tracePt t="9143" x="5530850" y="1581150"/>
          <p14:tracePt t="9159" x="5556250" y="1581150"/>
          <p14:tracePt t="9175" x="5581650" y="1581150"/>
          <p14:tracePt t="9191" x="5632450" y="1581150"/>
          <p14:tracePt t="9210" x="5700713" y="1581150"/>
          <p14:tracePt t="9224" x="5768975" y="1581150"/>
          <p14:tracePt t="9242" x="5837238" y="1581150"/>
          <p14:tracePt t="9258" x="5895975" y="1581150"/>
          <p14:tracePt t="9276" x="5946775" y="1581150"/>
          <p14:tracePt t="9277" x="5972175" y="1571625"/>
          <p14:tracePt t="9292" x="6015038" y="1571625"/>
          <p14:tracePt t="9309" x="6065838" y="1571625"/>
          <p14:tracePt t="9326" x="6108700" y="1571625"/>
          <p14:tracePt t="9328" x="6134100" y="1571625"/>
          <p14:tracePt t="9341" x="6159500" y="1571625"/>
          <p14:tracePt t="9358" x="6194425" y="1571625"/>
          <p14:tracePt t="9374" x="6219825" y="1571625"/>
          <p14:tracePt t="9391" x="6253163" y="1571625"/>
          <p14:tracePt t="9408" x="6278563" y="1571625"/>
          <p14:tracePt t="9423" x="6311900" y="1571625"/>
          <p14:tracePt t="9442" x="6364288" y="1571625"/>
          <p14:tracePt t="9458" x="6405563" y="1571625"/>
          <p14:tracePt t="9461" x="6415088" y="1571625"/>
          <p14:tracePt t="9474" x="6440488" y="1571625"/>
          <p14:tracePt t="9476" x="6456363" y="1571625"/>
          <p14:tracePt t="9491" x="6491288" y="1589088"/>
          <p14:tracePt t="9507" x="6516688" y="1589088"/>
          <p14:tracePt t="9524" x="6575425" y="1589088"/>
          <p14:tracePt t="9540" x="6600825" y="1589088"/>
          <p14:tracePt t="9558" x="6653213" y="1597025"/>
          <p14:tracePt t="9575" x="6694488" y="1597025"/>
          <p14:tracePt t="9592" x="6711950" y="1597025"/>
          <p14:tracePt t="9595" x="6737350" y="1597025"/>
          <p14:tracePt t="9608" x="6780213" y="1614488"/>
          <p14:tracePt t="9625" x="6813550" y="1614488"/>
          <p14:tracePt t="9627" x="6848475" y="1614488"/>
          <p14:tracePt t="9641" x="6856413" y="1614488"/>
          <p14:tracePt t="9657" x="6907213" y="1614488"/>
          <p14:tracePt t="9674" x="6942138" y="1614488"/>
          <p14:tracePt t="9676" x="6958013" y="1614488"/>
          <p14:tracePt t="9691" x="6992938" y="1622425"/>
          <p14:tracePt t="9707" x="7018338" y="1622425"/>
          <p14:tracePt t="9726" x="7069138" y="1622425"/>
          <p14:tracePt t="9741" x="7094538" y="1622425"/>
          <p14:tracePt t="9758" x="7119938" y="1622425"/>
          <p14:tracePt t="9774" x="7127875" y="1622425"/>
          <p14:tracePt t="9790" x="7162800" y="1631950"/>
          <p14:tracePt t="9806" x="7188200" y="1631950"/>
          <p14:tracePt t="9823" x="7213600" y="1631950"/>
          <p14:tracePt t="9839" x="7221538" y="1631950"/>
          <p14:tracePt t="9856" x="7239000" y="1631950"/>
          <p14:tracePt t="9872" x="7264400" y="1631950"/>
          <p14:tracePt t="9889" x="7272338" y="1631950"/>
          <p14:tracePt t="9906" x="7289800" y="1631950"/>
          <p14:tracePt t="9922" x="7307263" y="1631950"/>
          <p14:tracePt t="9939" x="7323138" y="1631950"/>
          <p14:tracePt t="9956" x="7332663" y="1631950"/>
          <p14:tracePt t="9972" x="7348538" y="1631950"/>
          <p14:tracePt t="9989" x="7358063" y="1631950"/>
          <p14:tracePt t="10019" x="7373938" y="1631950"/>
          <p14:tracePt t="10033" x="7383463" y="1631950"/>
          <p14:tracePt t="10061" x="7391400" y="1631950"/>
          <p14:tracePt t="11114" x="7373938" y="1631950"/>
          <p14:tracePt t="11124" x="7348538" y="1631950"/>
          <p14:tracePt t="11139" x="7315200" y="1614488"/>
          <p14:tracePt t="11142" x="7297738" y="1614488"/>
          <p14:tracePt t="11155" x="7256463" y="1614488"/>
          <p14:tracePt t="11156" x="7213600" y="1606550"/>
          <p14:tracePt t="11172" x="7059613" y="1606550"/>
          <p14:tracePt t="11190" x="6770688" y="1614488"/>
          <p14:tracePt t="11192" x="6575425" y="1657350"/>
          <p14:tracePt t="11206" x="6397625" y="1682750"/>
          <p14:tracePt t="11207" x="6167438" y="1725613"/>
          <p14:tracePt t="11222" x="5786438" y="1844675"/>
          <p14:tracePt t="11239" x="5454650" y="1946275"/>
          <p14:tracePt t="11256" x="5140325" y="2065338"/>
          <p14:tracePt t="11273" x="4902200" y="2149475"/>
          <p14:tracePt t="11275" x="4724400" y="2192338"/>
          <p14:tracePt t="11290" x="4425950" y="2252663"/>
          <p14:tracePt t="11305" x="4214813" y="2293938"/>
          <p14:tracePt t="11323" x="4103688" y="2311400"/>
          <p14:tracePt t="11325" x="4095750" y="2319338"/>
          <p14:tracePt t="11340" x="4027488" y="2336800"/>
          <p14:tracePt t="11355" x="3967163" y="2354263"/>
          <p14:tracePt t="11374" x="3890963" y="2362200"/>
          <p14:tracePt t="11376" x="3848100" y="2379663"/>
          <p14:tracePt t="11389" x="3738563" y="2397125"/>
          <p14:tracePt t="11406" x="3611563" y="2413000"/>
          <p14:tracePt t="11408" x="3543300" y="2413000"/>
          <p14:tracePt t="11422" x="3482975" y="2413000"/>
          <p14:tracePt t="11438" x="3279775" y="2447925"/>
          <p14:tracePt t="11456" x="3041650" y="2481263"/>
          <p14:tracePt t="11459" x="2922588" y="2473325"/>
          <p14:tracePt t="11473" x="2659063" y="2481263"/>
          <p14:tracePt t="11489" x="2532063" y="2481263"/>
          <p14:tracePt t="11505" x="2455863" y="2481263"/>
          <p14:tracePt t="11506" x="2430463" y="2481263"/>
          <p14:tracePt t="11522" x="2379663" y="2481263"/>
          <p14:tracePt t="11540" x="2336800" y="2481263"/>
          <p14:tracePt t="11542" x="2327275" y="2481263"/>
          <p14:tracePt t="11556" x="2311400" y="2481263"/>
          <p14:tracePt t="11557" x="2301875" y="2481263"/>
          <p14:tracePt t="11573" x="2276475" y="2481263"/>
          <p14:tracePt t="11589" x="2251075" y="2481263"/>
          <p14:tracePt t="11591" x="2243138" y="2481263"/>
          <p14:tracePt t="11606" x="2200275" y="2463800"/>
          <p14:tracePt t="11622" x="2166938" y="2455863"/>
          <p14:tracePt t="11639" x="2124075" y="2447925"/>
          <p14:tracePt t="11655" x="2055813" y="2413000"/>
          <p14:tracePt t="11673" x="2005013" y="2405063"/>
          <p14:tracePt t="11675" x="1971675" y="2371725"/>
          <p14:tracePt t="11688" x="1962150" y="2371725"/>
          <p14:tracePt t="11705" x="1911350" y="2344738"/>
          <p14:tracePt t="11722" x="1885950" y="2336800"/>
          <p14:tracePt t="11739" x="1860550" y="2319338"/>
          <p14:tracePt t="11741" x="1852613" y="2319338"/>
          <p14:tracePt t="11756" x="1835150" y="2303463"/>
          <p14:tracePt t="11773" x="1817688" y="2286000"/>
          <p14:tracePt t="11790" x="1817688" y="2278063"/>
          <p14:tracePt t="11807" x="1801813" y="2260600"/>
          <p14:tracePt t="11809" x="1809750" y="2260600"/>
          <p14:tracePt t="11823" x="1801813" y="2252663"/>
          <p14:tracePt t="11843" x="1801813" y="2235200"/>
          <p14:tracePt t="11857" x="1801813" y="2227263"/>
          <p14:tracePt t="11892" x="1801813" y="2217738"/>
          <p14:tracePt t="11920" x="1801813" y="2200275"/>
          <p14:tracePt t="11942" x="1801813" y="2192338"/>
          <p14:tracePt t="12355" x="1809750" y="2217738"/>
          <p14:tracePt t="12362" x="1809750" y="2235200"/>
          <p14:tracePt t="12372" x="1817688" y="2243138"/>
          <p14:tracePt t="12387" x="1817688" y="2268538"/>
          <p14:tracePt t="12406" x="1843088" y="2303463"/>
          <p14:tracePt t="12421" x="1852613" y="2362200"/>
          <p14:tracePt t="12439" x="1878013" y="2413000"/>
          <p14:tracePt t="12454" x="1893888" y="2438400"/>
          <p14:tracePt t="12471" x="1893888" y="2463800"/>
          <p14:tracePt t="12489" x="1903413" y="2498725"/>
          <p14:tracePt t="12504" x="1920875" y="2516188"/>
          <p14:tracePt t="12521" x="1920875" y="2549525"/>
          <p14:tracePt t="12538" x="1936750" y="2582863"/>
          <p14:tracePt t="12556" x="1946275" y="2608263"/>
          <p14:tracePt t="12558" x="1946275" y="2633663"/>
          <p14:tracePt t="12571" x="1954213" y="2633663"/>
          <p14:tracePt t="12587" x="1971675" y="2686050"/>
          <p14:tracePt t="12604" x="1971675" y="2711450"/>
          <p14:tracePt t="12621" x="1979613" y="2762250"/>
          <p14:tracePt t="12637" x="1987550" y="2770188"/>
          <p14:tracePt t="12654" x="1987550" y="2795588"/>
          <p14:tracePt t="12670" x="1987550" y="2813050"/>
          <p14:tracePt t="12670" x="2005013" y="2820988"/>
          <p14:tracePt t="12686" x="2012950" y="2846388"/>
          <p14:tracePt t="12703" x="2012950" y="2871788"/>
          <p14:tracePt t="12720" x="2030413" y="2881313"/>
          <p14:tracePt t="12738" x="2030413" y="2906713"/>
          <p14:tracePt t="12756" x="2038350" y="2932113"/>
          <p14:tracePt t="12772" x="2055813" y="2932113"/>
          <p14:tracePt t="12788" x="2065338" y="2957513"/>
          <p14:tracePt t="12805" x="2065338" y="2982913"/>
          <p14:tracePt t="12821" x="2065338" y="2990850"/>
          <p14:tracePt t="12838" x="2081213" y="3008313"/>
          <p14:tracePt t="12855" x="2081213" y="3016250"/>
          <p14:tracePt t="12871" x="2081213" y="3033713"/>
          <p14:tracePt t="12889" x="2081213" y="3041650"/>
          <p14:tracePt t="12923" x="2081213" y="3051175"/>
          <p14:tracePt t="12944" x="2081213" y="3067050"/>
          <p14:tracePt t="13017" x="2090738" y="3067050"/>
          <p14:tracePt t="13049" x="2098675" y="3067050"/>
          <p14:tracePt t="13115" x="2116138" y="3067050"/>
          <p14:tracePt t="13133" x="2124075" y="3076575"/>
          <p14:tracePt t="13175" x="2141538" y="3094038"/>
          <p14:tracePt t="13197" x="2149475" y="3094038"/>
          <p14:tracePt t="13247" x="2149475" y="3084513"/>
          <p14:tracePt t="13254" x="2132013" y="3084513"/>
          <p14:tracePt t="13542" x="2132013" y="3094038"/>
          <p14:tracePt t="13554" x="2141538" y="3144838"/>
          <p14:tracePt t="13569" x="2157413" y="3203575"/>
          <p14:tracePt t="13586" x="2157413" y="3238500"/>
          <p14:tracePt t="13605" x="2157413" y="3289300"/>
          <p14:tracePt t="13620" x="2157413" y="3330575"/>
          <p14:tracePt t="13637" x="2157413" y="3340100"/>
          <p14:tracePt t="13654" x="2157413" y="3373438"/>
          <p14:tracePt t="13670" x="2157413" y="3398838"/>
          <p14:tracePt t="13686" x="2166938" y="3441700"/>
          <p14:tracePt t="13704" x="2182813" y="3502025"/>
          <p14:tracePt t="13721" x="2182813" y="3578225"/>
          <p14:tracePt t="13723" x="2182813" y="3586163"/>
          <p14:tracePt t="13738" x="2182813" y="3629025"/>
          <p14:tracePt t="13754" x="2182813" y="3654425"/>
          <p14:tracePt t="13772" x="2182813" y="3687763"/>
          <p14:tracePt t="13775" x="2182813" y="3705225"/>
          <p14:tracePt t="13787" x="2182813" y="3713163"/>
          <p14:tracePt t="13805" x="2182813" y="3738563"/>
          <p14:tracePt t="13807" x="2182813" y="3748088"/>
          <p14:tracePt t="13820" x="2182813" y="3763963"/>
          <p14:tracePt t="13837" x="2182813" y="3773488"/>
          <p14:tracePt t="13854" x="2182813" y="3790950"/>
          <p14:tracePt t="13856" x="2182813" y="3798888"/>
          <p14:tracePt t="13871" x="2182813" y="3806825"/>
          <p14:tracePt t="13886" x="2182813" y="3824288"/>
          <p14:tracePt t="13903" x="2182813" y="3832225"/>
          <p14:tracePt t="13920" x="2182813" y="3849688"/>
          <p14:tracePt t="13948" x="2182813" y="3857625"/>
          <p14:tracePt t="13961" x="2182813" y="3875088"/>
          <p14:tracePt t="13983" x="2182813" y="3883025"/>
          <p14:tracePt t="14010" x="2182813" y="3892550"/>
          <p14:tracePt t="14061" x="2174875" y="3892550"/>
          <p14:tracePt t="14082" x="2166938" y="3892550"/>
          <p14:tracePt t="14404" x="2166938" y="3917950"/>
          <p14:tracePt t="14410" x="2166938" y="3951288"/>
          <p14:tracePt t="14419" x="2166938" y="3994150"/>
          <p14:tracePt t="14435" x="2174875" y="4087813"/>
          <p14:tracePt t="14453" x="2174875" y="4206875"/>
          <p14:tracePt t="14470" x="2174875" y="4275138"/>
          <p14:tracePt t="14472" x="2174875" y="4300538"/>
          <p14:tracePt t="14488" x="2174875" y="4359275"/>
          <p14:tracePt t="14502" x="2174875" y="4402138"/>
          <p14:tracePt t="14520" x="2174875" y="4419600"/>
          <p14:tracePt t="14522" x="2174875" y="4435475"/>
          <p14:tracePt t="14538" x="2174875" y="4470400"/>
          <p14:tracePt t="14552" x="2174875" y="4486275"/>
          <p14:tracePt t="14569" x="2174875" y="4521200"/>
          <p14:tracePt t="14587" x="2174875" y="4554538"/>
          <p14:tracePt t="14602" x="2174875" y="4597400"/>
          <p14:tracePt t="14619" x="2174875" y="4605338"/>
          <p14:tracePt t="14635" x="2174875" y="4657725"/>
          <p14:tracePt t="14653" x="2174875" y="4683125"/>
          <p14:tracePt t="14656" x="2174875" y="4691063"/>
          <p14:tracePt t="14669" x="2174875" y="4708525"/>
          <p14:tracePt t="14672" x="2174875" y="4716463"/>
          <p14:tracePt t="14686" x="2174875" y="4741863"/>
          <p14:tracePt t="14703" x="2174875" y="4759325"/>
          <p14:tracePt t="14706" x="2174875" y="4767263"/>
          <p14:tracePt t="14719" x="2174875" y="4775200"/>
          <p14:tracePt t="14722" x="2174875" y="4792663"/>
          <p14:tracePt t="14736" x="2174875" y="4802188"/>
          <p14:tracePt t="14752" x="2174875" y="4827588"/>
          <p14:tracePt t="14769" x="2174875" y="4843463"/>
          <p14:tracePt t="14787" x="2174875" y="4852988"/>
          <p14:tracePt t="14803" x="2174875" y="4860925"/>
          <p14:tracePt t="14820" x="2174875" y="4878388"/>
          <p14:tracePt t="15104" x="2174875" y="4903788"/>
          <p14:tracePt t="15138" x="2174875" y="5022850"/>
          <p14:tracePt t="15151" x="2174875" y="5048250"/>
          <p14:tracePt t="15168" x="2182813" y="5091113"/>
          <p14:tracePt t="15169" x="2182813" y="5099050"/>
          <p14:tracePt t="15185" x="2182813" y="5124450"/>
          <p14:tracePt t="15202" x="2200275" y="5167313"/>
          <p14:tracePt t="15218" x="2200275" y="5200650"/>
          <p14:tracePt t="15235" x="2200275" y="5243513"/>
          <p14:tracePt t="15251" x="2208213" y="5251450"/>
          <p14:tracePt t="15253" x="2208213" y="5260975"/>
          <p14:tracePt t="15268" x="2225675" y="5302250"/>
          <p14:tracePt t="15287" x="2225675" y="5337175"/>
          <p14:tracePt t="15302" x="2235200" y="5370513"/>
          <p14:tracePt t="15319" x="2235200" y="5380038"/>
          <p14:tracePt t="15321" x="2235200" y="5395913"/>
          <p14:tracePt t="15337" x="2251075" y="5413375"/>
          <p14:tracePt t="15352" x="2251075" y="5430838"/>
          <p14:tracePt t="15368" x="2251075" y="5456238"/>
          <p14:tracePt t="15386" x="2251075" y="5472113"/>
          <p14:tracePt t="15406" x="2260600" y="5489575"/>
          <p14:tracePt t="15419" x="2260600" y="5497513"/>
          <p14:tracePt t="15435" x="2260600" y="5524500"/>
          <p14:tracePt t="15456" x="2260600" y="5540375"/>
          <p14:tracePt t="15476" x="2260600" y="5549900"/>
          <p14:tracePt t="15504" x="2260600" y="5557838"/>
          <p14:tracePt t="15546" x="2260600" y="5549900"/>
          <p14:tracePt t="15912" x="2420938" y="5327650"/>
          <p14:tracePt t="15934" x="2778125" y="4860925"/>
          <p14:tracePt t="15951" x="2889250" y="4733925"/>
          <p14:tracePt t="15968" x="2965450" y="4657725"/>
          <p14:tracePt t="15969" x="3016250" y="4605338"/>
          <p14:tracePt t="15985" x="3074988" y="4503738"/>
          <p14:tracePt t="16001" x="3143250" y="4410075"/>
          <p14:tracePt t="16018" x="3236913" y="4300538"/>
          <p14:tracePt t="16035" x="3262313" y="4224338"/>
          <p14:tracePt t="16038" x="3313113" y="4197350"/>
          <p14:tracePt t="16051" x="3348038" y="4146550"/>
          <p14:tracePt t="16053" x="3355975" y="4121150"/>
          <p14:tracePt t="16067" x="3441700" y="4019550"/>
          <p14:tracePt t="16085" x="3482975" y="3960813"/>
          <p14:tracePt t="16088" x="3517900" y="3935413"/>
          <p14:tracePt t="16100" x="3559175" y="3875088"/>
          <p14:tracePt t="16119" x="3619500" y="3832225"/>
          <p14:tracePt t="16121" x="3636963" y="3798888"/>
          <p14:tracePt t="16135" x="3662363" y="3773488"/>
          <p14:tracePt t="16151" x="3729038" y="3687763"/>
          <p14:tracePt t="16167" x="3781425" y="3629025"/>
          <p14:tracePt t="16186" x="3890963" y="3517900"/>
          <p14:tracePt t="16201" x="3967163" y="3433763"/>
          <p14:tracePt t="16219" x="4078288" y="3330575"/>
          <p14:tracePt t="16234" x="4103688" y="3297238"/>
          <p14:tracePt t="16250" x="4129088" y="3263900"/>
          <p14:tracePt t="16269" x="4154488" y="3238500"/>
          <p14:tracePt t="16285" x="4179888" y="3238500"/>
          <p14:tracePt t="16301" x="4187825" y="3211513"/>
          <p14:tracePt t="16303" x="4214813" y="3186113"/>
          <p14:tracePt t="16316" x="4265613" y="3152775"/>
          <p14:tracePt t="16334" x="4306888" y="3109913"/>
          <p14:tracePt t="16352" x="4349750" y="3067050"/>
          <p14:tracePt t="16354" x="4359275" y="3059113"/>
          <p14:tracePt t="16368" x="4410075" y="3000375"/>
          <p14:tracePt t="16385" x="4451350" y="2940050"/>
          <p14:tracePt t="16402" x="4545013" y="2863850"/>
          <p14:tracePt t="16417" x="4554538" y="2838450"/>
          <p14:tracePt t="16434" x="4579938" y="2813050"/>
          <p14:tracePt t="16451" x="4621213" y="2778125"/>
          <p14:tracePt t="16468" x="4630738" y="2762250"/>
          <p14:tracePt t="16471" x="4646613" y="2752725"/>
          <p14:tracePt t="16484" x="4646613" y="2736850"/>
          <p14:tracePt t="16500" x="4664075" y="2719388"/>
          <p14:tracePt t="16519" x="4673600" y="2693988"/>
          <p14:tracePt t="16535" x="4681538" y="2676525"/>
          <p14:tracePt t="16551" x="4681538" y="2668588"/>
          <p14:tracePt t="16568" x="4689475" y="2660650"/>
          <p14:tracePt t="16570" x="4689475" y="2643188"/>
          <p14:tracePt t="16585" x="4689475" y="2633663"/>
          <p14:tracePt t="16602" x="4689475" y="2617788"/>
          <p14:tracePt t="16618" x="4689475" y="2608263"/>
          <p14:tracePt t="16633" x="4689475" y="2582863"/>
          <p14:tracePt t="16651" x="4689475" y="2574925"/>
          <p14:tracePt t="16669" x="4664075" y="2532063"/>
          <p14:tracePt t="16684" x="4656138" y="2524125"/>
          <p14:tracePt t="16700" x="4638675" y="2498725"/>
          <p14:tracePt t="16719" x="4605338" y="2489200"/>
          <p14:tracePt t="16734" x="4587875" y="2473325"/>
          <p14:tracePt t="16751" x="4579938" y="2447925"/>
          <p14:tracePt t="16768" x="4545013" y="2438400"/>
          <p14:tracePt t="16784" x="4529138" y="2438400"/>
          <p14:tracePt t="16802" x="4503738" y="2413000"/>
          <p14:tracePt t="16817" x="4494213" y="2413000"/>
          <p14:tracePt t="16835" x="4476750" y="2413000"/>
          <p14:tracePt t="16837" x="4468813" y="2413000"/>
          <p14:tracePt t="16851" x="4460875" y="2405063"/>
          <p14:tracePt t="16867" x="4443413" y="2387600"/>
          <p14:tracePt t="16884" x="4435475" y="2379663"/>
          <p14:tracePt t="16901" x="4410075" y="2362200"/>
          <p14:tracePt t="16917" x="4410075" y="2354263"/>
          <p14:tracePt t="16933" x="4392613" y="2344738"/>
          <p14:tracePt t="16950" x="4384675" y="2344738"/>
          <p14:tracePt t="17223" x="4486275" y="2344738"/>
          <p14:tracePt t="17236" x="4970463" y="2319338"/>
          <p14:tracePt t="17250" x="5284788" y="2293938"/>
          <p14:tracePt t="17266" x="5411788" y="2293938"/>
          <p14:tracePt t="17283" x="5565775" y="2293938"/>
          <p14:tracePt t="17285" x="5607050" y="2293938"/>
          <p14:tracePt t="17299" x="5657850" y="2286000"/>
          <p14:tracePt t="17316" x="5751513" y="2268538"/>
          <p14:tracePt t="17334" x="5827713" y="2268538"/>
          <p14:tracePt t="17336" x="5870575" y="2268538"/>
          <p14:tracePt t="17350" x="5981700" y="2268538"/>
          <p14:tracePt t="17367" x="6075363" y="2268538"/>
          <p14:tracePt t="17383" x="6142038" y="2268538"/>
          <p14:tracePt t="17400" x="6261100" y="2268538"/>
          <p14:tracePt t="17418" x="6346825" y="2268538"/>
          <p14:tracePt t="17434" x="6397625" y="2268538"/>
          <p14:tracePt t="17450" x="6465888" y="2268538"/>
          <p14:tracePt t="17469" x="6550025" y="2268538"/>
          <p14:tracePt t="17483" x="6600825" y="2268538"/>
          <p14:tracePt t="17501" x="6626225" y="2268538"/>
          <p14:tracePt t="17518" x="6678613" y="2268538"/>
          <p14:tracePt t="17534" x="6704013" y="2268538"/>
          <p14:tracePt t="17549" x="6711950" y="2268538"/>
          <p14:tracePt t="17566" x="6737350" y="2268538"/>
          <p14:tracePt t="17583" x="6754813" y="2268538"/>
          <p14:tracePt t="17599" x="6762750" y="2268538"/>
          <p14:tracePt t="17617" x="6788150" y="2268538"/>
          <p14:tracePt t="17634" x="6797675" y="2268538"/>
          <p14:tracePt t="17651" x="6813550" y="2268538"/>
          <p14:tracePt t="17671" x="6823075" y="2268538"/>
          <p14:tracePt t="17699" x="6823075" y="2286000"/>
          <p14:tracePt t="17728" x="6823075" y="2293938"/>
          <p14:tracePt t="17741" x="6823075" y="2311400"/>
          <p14:tracePt t="17755" x="6823075" y="2319338"/>
          <p14:tracePt t="17768" x="6805613" y="2336800"/>
          <p14:tracePt t="17776" x="6805613" y="2344738"/>
          <p14:tracePt t="17783" x="6805613" y="2354263"/>
          <p14:tracePt t="17799" x="6797675" y="2397125"/>
          <p14:tracePt t="17818" x="6745288" y="2608263"/>
          <p14:tracePt t="17833" x="6745288" y="2676525"/>
          <p14:tracePt t="17834" x="6729413" y="2736850"/>
          <p14:tracePt t="17849" x="6669088" y="2922588"/>
          <p14:tracePt t="17866" x="6653213" y="3059113"/>
          <p14:tracePt t="17882" x="6635750" y="3160713"/>
          <p14:tracePt t="17901" x="6635750" y="3186113"/>
          <p14:tracePt t="17903" x="6626225" y="3221038"/>
          <p14:tracePt t="17917" x="6626225" y="3238500"/>
          <p14:tracePt t="17933" x="6610350" y="3254375"/>
          <p14:tracePt t="17950" x="6600825" y="3263900"/>
          <p14:tracePt t="17966" x="6600825" y="3279775"/>
          <p14:tracePt t="17982" x="6600825" y="3305175"/>
          <p14:tracePt t="17999" x="6600825" y="3314700"/>
          <p14:tracePt t="18016" x="6584950" y="3322638"/>
          <p14:tracePt t="18050" x="6575425" y="3340100"/>
          <p14:tracePt t="18064" x="6575425" y="3348038"/>
          <p14:tracePt t="18070" x="6567488" y="3348038"/>
          <p14:tracePt t="18100" x="6550025" y="3348038"/>
          <p14:tracePt t="18114" x="6542088" y="3348038"/>
          <p14:tracePt t="18127" x="6524625" y="3348038"/>
          <p14:tracePt t="18142" x="6516688" y="3348038"/>
          <p14:tracePt t="18149" x="6491288" y="3348038"/>
          <p14:tracePt t="18167" x="6473825" y="3330575"/>
          <p14:tracePt t="18169" x="6448425" y="3330575"/>
          <p14:tracePt t="18183" x="6415088" y="3305175"/>
          <p14:tracePt t="18199" x="6321425" y="3246438"/>
          <p14:tracePt t="18217" x="6210300" y="3195638"/>
          <p14:tracePt t="18219" x="6100763" y="3160713"/>
          <p14:tracePt t="18233" x="5888038" y="3127375"/>
          <p14:tracePt t="18250" x="5700713" y="3084513"/>
          <p14:tracePt t="18267" x="5565775" y="3059113"/>
          <p14:tracePt t="18283" x="5454650" y="3041650"/>
          <p14:tracePt t="18300" x="5394325" y="3016250"/>
          <p14:tracePt t="18302" x="5353050" y="3016250"/>
          <p14:tracePt t="18317" x="5276850" y="3016250"/>
          <p14:tracePt t="18332" x="5191125" y="3000375"/>
          <p14:tracePt t="18349" x="5097463" y="3000375"/>
          <p14:tracePt t="18352" x="5029200" y="3000375"/>
          <p14:tracePt t="18368" x="4859338" y="3000375"/>
          <p14:tracePt t="18382" x="4681538" y="3008313"/>
          <p14:tracePt t="18399" x="4476750" y="3025775"/>
          <p14:tracePt t="18416" x="4095750" y="3067050"/>
          <p14:tracePt t="18433" x="3746500" y="3084513"/>
          <p14:tracePt t="18435" x="3602038" y="3109913"/>
          <p14:tracePt t="18449" x="3449638" y="3127375"/>
          <p14:tracePt t="18467" x="3355975" y="3144838"/>
          <p14:tracePt t="18484" x="3279775" y="3152775"/>
          <p14:tracePt t="18499" x="3254375" y="3170238"/>
          <p14:tracePt t="18516" x="3228975" y="3178175"/>
          <p14:tracePt t="18519" x="3211513" y="3178175"/>
          <p14:tracePt t="18533" x="3203575" y="3178175"/>
          <p14:tracePt t="18548" x="3194050" y="3203575"/>
          <p14:tracePt t="18565" x="3178175" y="3203575"/>
          <p14:tracePt t="18584" x="3168650" y="3221038"/>
          <p14:tracePt t="18604" x="3152775" y="3221038"/>
          <p14:tracePt t="18618" x="3143250" y="3221038"/>
          <p14:tracePt t="18647" x="3143250" y="3211513"/>
          <p14:tracePt t="18652" x="3143250" y="3221038"/>
          <p14:tracePt t="18667" x="3143250" y="3211513"/>
          <p14:tracePt t="18988" x="3228975" y="3211513"/>
          <p14:tracePt t="18995" x="3398838" y="3211513"/>
          <p14:tracePt t="19002" x="3568700" y="3211513"/>
          <p14:tracePt t="19014" x="3738563" y="3211513"/>
          <p14:tracePt t="19033" x="4017963" y="3195638"/>
          <p14:tracePt t="19049" x="4111625" y="3195638"/>
          <p14:tracePt t="19066" x="4230688" y="3178175"/>
          <p14:tracePt t="19083" x="4281488" y="3178175"/>
          <p14:tracePt t="19099" x="4332288" y="3178175"/>
          <p14:tracePt t="19102" x="4384675" y="3178175"/>
          <p14:tracePt t="19115" x="4410075" y="3178175"/>
          <p14:tracePt t="19131" x="4511675" y="3178175"/>
          <p14:tracePt t="19149" x="4579938" y="3178175"/>
          <p14:tracePt t="19151" x="4630738" y="3178175"/>
          <p14:tracePt t="19164" x="4656138" y="3178175"/>
          <p14:tracePt t="19166" x="4699000" y="3178175"/>
          <p14:tracePt t="19181" x="4757738" y="3178175"/>
          <p14:tracePt t="19198" x="4791075" y="3178175"/>
          <p14:tracePt t="19215" x="4843463" y="3178175"/>
          <p14:tracePt t="19233" x="4894263" y="3186113"/>
          <p14:tracePt t="19235" x="4910138" y="3186113"/>
          <p14:tracePt t="19248" x="4935538" y="3186113"/>
          <p14:tracePt t="19264" x="4978400" y="3195638"/>
          <p14:tracePt t="19266" x="5013325" y="3195638"/>
          <p14:tracePt t="19281" x="5054600" y="3195638"/>
          <p14:tracePt t="19299" x="5089525" y="3195638"/>
          <p14:tracePt t="19302" x="5140325" y="3195638"/>
          <p14:tracePt t="19316" x="5208588" y="3195638"/>
          <p14:tracePt t="19331" x="5284788" y="3211513"/>
          <p14:tracePt t="19349" x="5353050" y="3211513"/>
          <p14:tracePt t="19365" x="5421313" y="3211513"/>
          <p14:tracePt t="19383" x="5513388" y="3211513"/>
          <p14:tracePt t="19398" x="5556250" y="3221038"/>
          <p14:tracePt t="19416" x="5607050" y="3221038"/>
          <p14:tracePt t="19418" x="5624513" y="3221038"/>
          <p14:tracePt t="19432" x="5667375" y="3221038"/>
          <p14:tracePt t="19449" x="5700713" y="3221038"/>
          <p14:tracePt t="19465" x="5708650" y="3221038"/>
          <p14:tracePt t="19468" x="5726113" y="3221038"/>
          <p14:tracePt t="19482" x="5761038" y="3221038"/>
          <p14:tracePt t="19499" x="5786438" y="3238500"/>
          <p14:tracePt t="19515" x="5827713" y="3238500"/>
          <p14:tracePt t="19531" x="5837238" y="3238500"/>
          <p14:tracePt t="19548" x="5862638" y="3238500"/>
          <p14:tracePt t="19566" x="5870575" y="3238500"/>
          <p14:tracePt t="19902" x="5743575" y="3322638"/>
          <p14:tracePt t="19910" x="5505450" y="3441700"/>
          <p14:tracePt t="19915" x="5302250" y="3552825"/>
          <p14:tracePt t="19931" x="5029200" y="3636963"/>
          <p14:tracePt t="19949" x="4884738" y="3713163"/>
          <p14:tracePt t="19950" x="4826000" y="3730625"/>
          <p14:tracePt t="19965" x="4724400" y="3773488"/>
          <p14:tracePt t="19981" x="4689475" y="3773488"/>
          <p14:tracePt t="19999" x="4621213" y="3816350"/>
          <p14:tracePt t="20015" x="4579938" y="3816350"/>
          <p14:tracePt t="20017" x="4562475" y="3816350"/>
          <p14:tracePt t="20031" x="4511675" y="3832225"/>
          <p14:tracePt t="20048" x="4451350" y="3857625"/>
          <p14:tracePt t="20049" x="4425950" y="3857625"/>
          <p14:tracePt t="20064" x="4367213" y="3875088"/>
          <p14:tracePt t="20080" x="4316413" y="3883025"/>
          <p14:tracePt t="20098" x="4256088" y="3883025"/>
          <p14:tracePt t="20099" x="4214813" y="3900488"/>
          <p14:tracePt t="20115" x="4103688" y="3900488"/>
          <p14:tracePt t="20131" x="4010025" y="3908425"/>
          <p14:tracePt t="20148" x="3925888" y="3925888"/>
          <p14:tracePt t="20164" x="3883025" y="3935413"/>
          <p14:tracePt t="20182" x="3848100" y="3935413"/>
          <p14:tracePt t="20197" x="3832225" y="3935413"/>
          <p14:tracePt t="20214" x="3814763" y="3935413"/>
          <p14:tracePt t="20232" x="3789363" y="3935413"/>
          <p14:tracePt t="20247" x="3763963" y="3935413"/>
          <p14:tracePt t="20264" x="3746500" y="3935413"/>
          <p14:tracePt t="20282" x="3729038" y="3935413"/>
          <p14:tracePt t="20298" x="3703638" y="3925888"/>
          <p14:tracePt t="20316" x="3652838" y="3925888"/>
          <p14:tracePt t="20330" x="3636963" y="3925888"/>
          <p14:tracePt t="20348" x="3602038" y="3917950"/>
          <p14:tracePt t="20351" x="3586163" y="3900488"/>
          <p14:tracePt t="20364" x="3576638" y="3900488"/>
          <p14:tracePt t="20366" x="3568700" y="3900488"/>
          <p14:tracePt t="20380" x="3551238" y="3900488"/>
          <p14:tracePt t="20400" x="3525838" y="3900488"/>
          <p14:tracePt t="20414" x="3517900" y="3900488"/>
          <p14:tracePt t="20415" x="3500438" y="3900488"/>
          <p14:tracePt t="20430" x="3492500" y="3900488"/>
          <p14:tracePt t="20450" x="3467100" y="3900488"/>
          <p14:tracePt t="20792" x="3482975" y="3900488"/>
          <p14:tracePt t="20798" x="3533775" y="3900488"/>
          <p14:tracePt t="20812" x="3678238" y="3900488"/>
          <p14:tracePt t="20830" x="3789363" y="3908425"/>
          <p14:tracePt t="20849" x="3941763" y="3908425"/>
          <p14:tracePt t="20864" x="4017963" y="3908425"/>
          <p14:tracePt t="20879" x="4103688" y="3908425"/>
          <p14:tracePt t="20896" x="4162425" y="3908425"/>
          <p14:tracePt t="20913" x="4265613" y="3925888"/>
          <p14:tracePt t="20930" x="4341813" y="3943350"/>
          <p14:tracePt t="20947" x="4410075" y="3943350"/>
          <p14:tracePt t="20962" x="4460875" y="3960813"/>
          <p14:tracePt t="20979" x="4519613" y="3968750"/>
          <p14:tracePt t="20995" x="4605338" y="3968750"/>
          <p14:tracePt t="21013" x="4656138" y="3986213"/>
          <p14:tracePt t="21031" x="4757738" y="3994150"/>
          <p14:tracePt t="21047" x="4826000" y="3994150"/>
          <p14:tracePt t="21063" x="4884738" y="4011613"/>
          <p14:tracePt t="21081" x="4962525" y="4011613"/>
          <p14:tracePt t="21097" x="5003800" y="4011613"/>
          <p14:tracePt t="21114" x="5038725" y="4027488"/>
          <p14:tracePt t="21115" x="5054600" y="4027488"/>
          <p14:tracePt t="21129" x="5089525" y="4027488"/>
          <p14:tracePt t="21147" x="5132388" y="4027488"/>
          <p14:tracePt t="21164" x="5183188" y="4027488"/>
          <p14:tracePt t="21166" x="5208588" y="4027488"/>
          <p14:tracePt t="21180" x="5267325" y="4037013"/>
          <p14:tracePt t="21198" x="5368925" y="4037013"/>
          <p14:tracePt t="21214" x="5411788" y="4037013"/>
          <p14:tracePt t="21215" x="5437188" y="4037013"/>
          <p14:tracePt t="21230" x="5513388" y="4037013"/>
          <p14:tracePt t="21246" x="5565775" y="4037013"/>
          <p14:tracePt t="21263" x="5632450" y="4037013"/>
          <p14:tracePt t="21280" x="5675313" y="4037013"/>
          <p14:tracePt t="21282" x="5683250" y="4037013"/>
          <p14:tracePt t="21298" x="5708650" y="4037013"/>
          <p14:tracePt t="21314" x="5735638" y="4037013"/>
          <p14:tracePt t="21331" x="5802313" y="4037013"/>
          <p14:tracePt t="21347" x="5827713" y="4037013"/>
          <p14:tracePt t="21348" x="5837238" y="4037013"/>
          <p14:tracePt t="21363" x="5862638" y="4037013"/>
          <p14:tracePt t="21381" x="5946775" y="4037013"/>
          <p14:tracePt t="21397" x="5972175" y="4037013"/>
          <p14:tracePt t="21414" x="6015038" y="4019550"/>
          <p14:tracePt t="21416" x="6024563" y="4019550"/>
          <p14:tracePt t="21430" x="6049963" y="4019550"/>
          <p14:tracePt t="21445" x="6083300" y="4019550"/>
          <p14:tracePt t="21464" x="6108700" y="4011613"/>
          <p14:tracePt t="21466" x="6126163" y="4011613"/>
          <p14:tracePt t="21480" x="6159500" y="3994150"/>
          <p14:tracePt t="21496" x="6184900" y="3994150"/>
          <p14:tracePt t="21513" x="6210300" y="3986213"/>
          <p14:tracePt t="21529" x="6253163" y="3986213"/>
          <p14:tracePt t="21546" x="6286500" y="3986213"/>
          <p14:tracePt t="21549" x="6286500" y="3968750"/>
          <p14:tracePt t="21565" x="6311900" y="3968750"/>
          <p14:tracePt t="21579" x="6338888" y="3960813"/>
          <p14:tracePt t="21596" x="6346825" y="3960813"/>
          <p14:tracePt t="21598" x="6364288" y="3960813"/>
          <p14:tracePt t="21614" x="6380163" y="3951288"/>
          <p14:tracePt t="21630" x="6397625" y="3951288"/>
          <p14:tracePt t="21648" x="6397625" y="3935413"/>
          <p14:tracePt t="21662" x="6405563" y="3935413"/>
          <p14:tracePt t="21680" x="6405563" y="3925888"/>
          <p14:tracePt t="21942" x="6278563" y="3951288"/>
          <p14:tracePt t="21948" x="5905500" y="4052888"/>
          <p14:tracePt t="21962" x="5421313" y="4249738"/>
          <p14:tracePt t="21979" x="4443413" y="4564063"/>
          <p14:tracePt t="21997" x="4010025" y="4673600"/>
          <p14:tracePt t="22012" x="3729038" y="4733925"/>
          <p14:tracePt t="22030" x="3636963" y="4767263"/>
          <p14:tracePt t="22046" x="3576638" y="4784725"/>
          <p14:tracePt t="22048" x="3576638" y="4775200"/>
          <p14:tracePt t="22062" x="3533775" y="4784725"/>
          <p14:tracePt t="22079" x="3500438" y="4792663"/>
          <p14:tracePt t="22081" x="3492500" y="4792663"/>
          <p14:tracePt t="22096" x="3475038" y="4792663"/>
          <p14:tracePt t="22098" x="3467100" y="4792663"/>
          <p14:tracePt t="22113" x="3441700" y="4792663"/>
          <p14:tracePt t="22128" x="3398838" y="4792663"/>
          <p14:tracePt t="22146" x="3373438" y="4792663"/>
          <p14:tracePt t="22149" x="3363913" y="4792663"/>
          <p14:tracePt t="22162" x="3338513" y="4792663"/>
          <p14:tracePt t="22179" x="3313113" y="4810125"/>
          <p14:tracePt t="22195" x="3297238" y="4810125"/>
          <p14:tracePt t="22212" x="3244850" y="4810125"/>
          <p14:tracePt t="22230" x="3203575" y="4810125"/>
          <p14:tracePt t="22245" x="3186113" y="4810125"/>
          <p14:tracePt t="22263" x="3143250" y="4810125"/>
          <p14:tracePt t="22265" x="3135313" y="4810125"/>
          <p14:tracePt t="22280" x="3117850" y="4810125"/>
          <p14:tracePt t="22295" x="3092450" y="4810125"/>
          <p14:tracePt t="22312" x="3084513" y="4810125"/>
          <p14:tracePt t="22314" x="3074988" y="4810125"/>
          <p14:tracePt t="22588" x="3322638" y="4810125"/>
          <p14:tracePt t="22611" x="4706938" y="4784725"/>
          <p14:tracePt t="22629" x="5335588" y="4741863"/>
          <p14:tracePt t="22644" x="5513388" y="4724400"/>
          <p14:tracePt t="22661" x="5718175" y="4699000"/>
          <p14:tracePt t="22680" x="5989638" y="4665663"/>
          <p14:tracePt t="22695" x="6227763" y="4622800"/>
          <p14:tracePt t="22714" x="6473825" y="4589463"/>
          <p14:tracePt t="22728" x="6635750" y="4538663"/>
          <p14:tracePt t="22744" x="6729413" y="4521200"/>
          <p14:tracePt t="22761" x="6838950" y="4503738"/>
          <p14:tracePt t="22763" x="6864350" y="4503738"/>
          <p14:tracePt t="22777" x="6907213" y="4503738"/>
          <p14:tracePt t="22794" x="6942138" y="4503738"/>
          <p14:tracePt t="22811" x="6967538" y="4503738"/>
          <p14:tracePt t="22811" x="6975475" y="4503738"/>
          <p14:tracePt t="22827" x="6992938" y="4503738"/>
          <p14:tracePt t="22844" x="7026275" y="4503738"/>
          <p14:tracePt t="22861" x="7051675" y="4503738"/>
          <p14:tracePt t="22877" x="7069138" y="4503738"/>
          <p14:tracePt t="22895" x="7077075" y="4503738"/>
          <p14:tracePt t="22910" x="7085013" y="4503738"/>
          <p14:tracePt t="22928" x="7102475" y="4503738"/>
          <p14:tracePt t="22944" x="7112000" y="4503738"/>
          <p14:tracePt t="22965" x="7127875" y="4503738"/>
          <p14:tracePt t="23105" x="7119938" y="4503738"/>
          <p14:tracePt t="23118" x="7112000" y="4503738"/>
          <p14:tracePt t="23139" x="7094538" y="4503738"/>
          <p14:tracePt t="23154" x="7085013" y="4503738"/>
          <p14:tracePt t="23161" x="7077075" y="4503738"/>
          <p14:tracePt t="23182" x="7059613" y="4503738"/>
          <p14:tracePt t="23196" x="7051675" y="4503738"/>
          <p14:tracePt t="23211" x="7034213" y="4503738"/>
          <p14:tracePt t="23225" x="7008813" y="4503738"/>
          <p14:tracePt t="23239" x="7000875" y="4503738"/>
          <p14:tracePt t="23246" x="6958013" y="4503738"/>
          <p14:tracePt t="23260" x="6907213" y="4503738"/>
          <p14:tracePt t="23277" x="6797675" y="4513263"/>
          <p14:tracePt t="23294" x="6286500" y="4597400"/>
          <p14:tracePt t="23310" x="5827713" y="4716463"/>
          <p14:tracePt t="23327" x="5556250" y="4818063"/>
          <p14:tracePt t="23343" x="5421313" y="4852988"/>
          <p14:tracePt t="23344" x="5368925" y="4886325"/>
          <p14:tracePt t="23360" x="5276850" y="4911725"/>
          <p14:tracePt t="23377" x="5216525" y="4962525"/>
          <p14:tracePt t="23393" x="4953000" y="5106988"/>
          <p14:tracePt t="23410" x="4706938" y="5235575"/>
          <p14:tracePt t="23427" x="4486275" y="5337175"/>
          <p14:tracePt t="23444" x="4162425" y="5497513"/>
          <p14:tracePt t="23460" x="4027488" y="5549900"/>
          <p14:tracePt t="23477" x="3848100" y="5608638"/>
          <p14:tracePt t="23493" x="3771900" y="5641975"/>
          <p14:tracePt t="23511" x="3695700" y="5659438"/>
          <p14:tracePt t="23512" x="3670300" y="5676900"/>
          <p14:tracePt t="23526" x="3627438" y="5676900"/>
          <p14:tracePt t="23543" x="3594100" y="5676900"/>
          <p14:tracePt t="23561" x="3568700" y="5684838"/>
          <p14:tracePt t="23577" x="3568700" y="5694363"/>
          <p14:tracePt t="23594" x="3551238" y="5694363"/>
          <p14:tracePt t="23610" x="3543300" y="5694363"/>
          <p14:tracePt t="23610" x="3533775" y="5694363"/>
          <p14:tracePt t="23631" x="3517900" y="5694363"/>
          <p14:tracePt t="23644" x="3525838" y="5694363"/>
          <p14:tracePt t="23660" x="3517900" y="5694363"/>
          <p14:tracePt t="23676" x="3508375" y="5676900"/>
          <p14:tracePt t="23694" x="3492500" y="5676900"/>
          <p14:tracePt t="23710" x="3482975" y="5668963"/>
          <p14:tracePt t="23729" x="3467100" y="5659438"/>
          <p14:tracePt t="23765" x="3457575" y="5641975"/>
          <p14:tracePt t="23779" x="3457575" y="5634038"/>
          <p14:tracePt t="23793" x="3457575" y="5616575"/>
          <p14:tracePt t="23800" x="3449638" y="5616575"/>
          <p14:tracePt t="23810" x="3432175" y="5608638"/>
          <p14:tracePt t="23827" x="3432175" y="5600700"/>
          <p14:tracePt t="23856" x="3432175" y="5583238"/>
          <p14:tracePt t="23890" x="3432175" y="5575300"/>
          <p14:tracePt t="24150" x="3890963" y="5575300"/>
          <p14:tracePt t="24157" x="4359275" y="5575300"/>
          <p14:tracePt t="24164" x="4613275" y="5549900"/>
          <p14:tracePt t="24176" x="4808538" y="5549900"/>
          <p14:tracePt t="24192" x="5148263" y="5549900"/>
          <p14:tracePt t="24194" x="5302250" y="5524500"/>
          <p14:tracePt t="24209" x="5530850" y="5507038"/>
          <p14:tracePt t="24226" x="5708650" y="5489575"/>
          <p14:tracePt t="24228" x="5776913" y="5489575"/>
          <p14:tracePt t="24243" x="5853113" y="5456238"/>
          <p14:tracePt t="24260" x="5921375" y="5456238"/>
          <p14:tracePt t="24277" x="6024563" y="5438775"/>
          <p14:tracePt t="24293" x="6075363" y="5438775"/>
          <p14:tracePt t="24310" x="6167438" y="5438775"/>
          <p14:tracePt t="24326" x="6245225" y="5430838"/>
          <p14:tracePt t="24327" x="6286500" y="5430838"/>
          <p14:tracePt t="24343" x="6364288" y="5430838"/>
          <p14:tracePt t="24360" x="6465888" y="5413375"/>
          <p14:tracePt t="24376" x="6499225" y="5413375"/>
          <p14:tracePt t="24392" x="6524625" y="5413375"/>
          <p14:tracePt t="24410" x="6559550" y="5413375"/>
          <p14:tracePt t="24426" x="6567488" y="5413375"/>
          <p14:tracePt t="24442" x="6584950" y="5395913"/>
          <p14:tracePt t="24697" x="6338888" y="5395913"/>
          <p14:tracePt t="24704" x="5776913" y="5489575"/>
          <p14:tracePt t="24710" x="5437188" y="5565775"/>
          <p14:tracePt t="24726" x="5183188" y="5616575"/>
          <p14:tracePt t="24727" x="4919663" y="5710238"/>
          <p14:tracePt t="24742" x="4529138" y="5915025"/>
          <p14:tracePt t="24759" x="4332288" y="5991225"/>
          <p14:tracePt t="24775" x="3857625" y="6186488"/>
          <p14:tracePt t="24792" x="3533775" y="6229350"/>
          <p14:tracePt t="24810" x="3074988" y="6280150"/>
          <p14:tracePt t="24825" x="2947988" y="6280150"/>
          <p14:tracePt t="24843" x="2854325" y="6280150"/>
          <p14:tracePt t="24844" x="2828925" y="6280150"/>
          <p14:tracePt t="24859" x="2778125" y="6280150"/>
          <p14:tracePt t="24875" x="2719388" y="6280150"/>
          <p14:tracePt t="24892" x="2668588" y="6272213"/>
          <p14:tracePt t="24908" x="2600325" y="6262688"/>
          <p14:tracePt t="24925" x="2574925" y="6246813"/>
          <p14:tracePt t="24943" x="2524125" y="6246813"/>
          <p14:tracePt t="24958" x="2506663" y="6237288"/>
          <p14:tracePt t="24975" x="2481263" y="6229350"/>
          <p14:tracePt t="24992" x="2438400" y="6229350"/>
          <p14:tracePt t="25009" x="2405063" y="6203950"/>
          <p14:tracePt t="25027" x="2362200" y="6203950"/>
          <p14:tracePt t="25028" x="2336800" y="6203950"/>
          <p14:tracePt t="25043" x="2311400" y="6186488"/>
          <p14:tracePt t="25059" x="2276475" y="6186488"/>
          <p14:tracePt t="25078" x="2208213" y="6178550"/>
          <p14:tracePt t="25094" x="2157413" y="6161088"/>
          <p14:tracePt t="25110" x="2116138" y="6161088"/>
          <p14:tracePt t="25127" x="2065338" y="6143625"/>
          <p14:tracePt t="25143" x="2038350" y="6135688"/>
          <p14:tracePt t="25161" x="1987550" y="6135688"/>
          <p14:tracePt t="25177" x="1962150" y="6135688"/>
          <p14:tracePt t="25193" x="1954213" y="6135688"/>
          <p14:tracePt t="25210" x="1920875" y="6135688"/>
          <p14:tracePt t="25225" x="1893888" y="6135688"/>
          <p14:tracePt t="25244" x="1878013" y="6135688"/>
          <p14:tracePt t="25260" x="1852613" y="6135688"/>
          <p14:tracePt t="25276" x="1843088" y="6143625"/>
          <p14:tracePt t="25295" x="1817688" y="6153150"/>
          <p14:tracePt t="25308" x="1809750" y="6153150"/>
          <p14:tracePt t="25327" x="1792288" y="6153150"/>
          <p14:tracePt t="25329" x="1792288" y="6161088"/>
          <p14:tracePt t="25344" x="1784350" y="6178550"/>
          <p14:tracePt t="25359" x="1766888" y="6178550"/>
          <p14:tracePt t="25378" x="1758950" y="6186488"/>
          <p14:tracePt t="25394" x="1749425" y="6203950"/>
          <p14:tracePt t="25413" x="1749425" y="6211888"/>
          <p14:tracePt t="25427" x="1724025" y="6211888"/>
          <p14:tracePt t="25444" x="1708150" y="6211888"/>
          <p14:tracePt t="25458" x="1698625" y="6229350"/>
          <p14:tracePt t="25476" x="1682750" y="6246813"/>
          <p14:tracePt t="25491" x="1673225" y="6246813"/>
          <p14:tracePt t="25508" x="1665288" y="6262688"/>
          <p14:tracePt t="25526" x="1639888" y="6262688"/>
          <p14:tracePt t="25543" x="1622425" y="6272213"/>
          <p14:tracePt t="25559" x="1614488" y="6272213"/>
          <p14:tracePt t="25575" x="1606550" y="6272213"/>
          <p14:tracePt t="25594" x="1589088" y="6272213"/>
          <p14:tracePt t="25596" x="1579563" y="6272213"/>
          <p14:tracePt t="25630" x="1563688" y="6272213"/>
          <p14:tracePt t="25652" x="1554163" y="6272213"/>
          <p14:tracePt t="25673" x="1538288" y="6272213"/>
          <p14:tracePt t="25700" x="1528763" y="6272213"/>
          <p14:tracePt t="25722" x="1520825" y="6272213"/>
          <p14:tracePt t="25771" x="1520825" y="6254750"/>
          <p14:tracePt t="27020" x="1528763" y="6254750"/>
          <p14:tracePt t="27041" x="1546225" y="6254750"/>
          <p14:tracePt t="27056" x="1571625" y="6254750"/>
          <p14:tracePt t="27068" x="1579563" y="6254750"/>
          <p14:tracePt t="27075" x="1597025" y="6254750"/>
          <p14:tracePt t="27091" x="1606550" y="6254750"/>
          <p14:tracePt t="27107" x="1622425" y="6254750"/>
          <p14:tracePt t="27126" x="1639888" y="6254750"/>
          <p14:tracePt t="27142" x="1657350" y="6254750"/>
          <p14:tracePt t="27158" x="1665288" y="6254750"/>
          <p14:tracePt t="27175" x="1690688" y="6254750"/>
          <p14:tracePt t="27190" x="1716088" y="6254750"/>
          <p14:tracePt t="27209" x="1741488" y="6254750"/>
          <p14:tracePt t="27225" x="1766888" y="6254750"/>
          <p14:tracePt t="27242" x="1784350" y="6254750"/>
          <p14:tracePt t="27259" x="1801813" y="6254750"/>
          <p14:tracePt t="27275" x="1827213" y="6254750"/>
          <p14:tracePt t="27291" x="1852613" y="6254750"/>
          <p14:tracePt t="27308" x="1868488" y="6254750"/>
          <p14:tracePt t="27324" x="1893888" y="6246813"/>
          <p14:tracePt t="27342" x="1920875" y="6246813"/>
          <p14:tracePt t="27358" x="1962150" y="6229350"/>
          <p14:tracePt t="27374" x="1987550" y="6229350"/>
          <p14:tracePt t="27390" x="2038350" y="6221413"/>
          <p14:tracePt t="27393" x="2065338" y="6221413"/>
          <p14:tracePt t="27408" x="2157413" y="6203950"/>
          <p14:tracePt t="27424" x="2268538" y="6203950"/>
          <p14:tracePt t="27442" x="2532063" y="6186488"/>
          <p14:tracePt t="27457" x="2709863" y="6169025"/>
          <p14:tracePt t="27474" x="2820988" y="6153150"/>
          <p14:tracePt t="27489" x="2990850" y="6153150"/>
          <p14:tracePt t="27507" x="3067050" y="6153150"/>
          <p14:tracePt t="27523" x="3127375" y="6153150"/>
          <p14:tracePt t="27539" x="3152775" y="6153150"/>
          <p14:tracePt t="27557" x="3194050" y="6153150"/>
          <p14:tracePt t="27575" x="3236913" y="6153150"/>
          <p14:tracePt t="27591" x="3279775" y="6153150"/>
          <p14:tracePt t="27608" x="3305175" y="6153150"/>
          <p14:tracePt t="27610" x="3322638" y="6153150"/>
          <p14:tracePt t="27624" x="3355975" y="6153150"/>
          <p14:tracePt t="27640" x="3381375" y="6153150"/>
          <p14:tracePt t="27659" x="3432175" y="6153150"/>
          <p14:tracePt t="27673" x="3441700" y="6153150"/>
          <p14:tracePt t="27691" x="3482975" y="6153150"/>
          <p14:tracePt t="27693" x="3492500" y="6153150"/>
          <p14:tracePt t="27708" x="3517900" y="6153150"/>
          <p14:tracePt t="27723" x="3543300" y="6153150"/>
          <p14:tracePt t="27741" x="3568700" y="6153150"/>
          <p14:tracePt t="27743" x="3576638" y="6153150"/>
          <p14:tracePt t="27758" x="3594100" y="6153150"/>
          <p14:tracePt t="27773" x="3611563" y="6153150"/>
          <p14:tracePt t="27792" x="3627438" y="6153150"/>
          <p14:tracePt t="27793" x="3636963" y="6153150"/>
          <p14:tracePt t="27812" x="3652838" y="6153150"/>
          <p14:tracePt t="27823" x="3662363" y="6153150"/>
          <p14:tracePt t="27848" x="3670300" y="6153150"/>
          <p14:tracePt t="27876" x="3687763" y="6153150"/>
          <p14:tracePt t="27892" x="3695700" y="6153150"/>
          <p14:tracePt t="28564" x="3713163" y="6153150"/>
          <p14:tracePt t="28573" x="3721100" y="6153150"/>
          <p14:tracePt t="28590" x="3763963" y="6153150"/>
          <p14:tracePt t="28591" x="3789363" y="6153150"/>
          <p14:tracePt t="28606" x="3797300" y="6153150"/>
          <p14:tracePt t="28608" x="3806825" y="6153150"/>
          <p14:tracePt t="28623" x="3848100" y="6153150"/>
          <p14:tracePt t="28641" x="3900488" y="6153150"/>
          <p14:tracePt t="28657" x="3925888" y="6153150"/>
          <p14:tracePt t="28673" x="3951288" y="6153150"/>
          <p14:tracePt t="28691" x="3992563" y="6153150"/>
          <p14:tracePt t="28707" x="4017963" y="6153150"/>
          <p14:tracePt t="28723" x="4052888" y="6153150"/>
          <p14:tracePt t="28724" x="4078288" y="6153150"/>
          <p14:tracePt t="28740" x="4111625" y="6153150"/>
          <p14:tracePt t="28756" x="4162425" y="6153150"/>
          <p14:tracePt t="28773" x="4197350" y="6153150"/>
          <p14:tracePt t="28789" x="4248150" y="6153150"/>
          <p14:tracePt t="28808" x="4298950" y="6153150"/>
          <p14:tracePt t="28811" x="4316413" y="6153150"/>
          <p14:tracePt t="28824" x="4367213" y="6153150"/>
          <p14:tracePt t="28840" x="4392613" y="6153150"/>
          <p14:tracePt t="28857" x="4425950" y="6153150"/>
          <p14:tracePt t="28874" x="4468813" y="6153150"/>
          <p14:tracePt t="28889" x="4494213" y="6153150"/>
          <p14:tracePt t="28893" x="4503738" y="6169025"/>
          <p14:tracePt t="28908" x="4529138" y="6169025"/>
          <p14:tracePt t="28922" x="4554538" y="6169025"/>
          <p14:tracePt t="28940" x="4587875" y="6169025"/>
          <p14:tracePt t="28956" x="4613275" y="6169025"/>
          <p14:tracePt t="28973" x="4638675" y="6178550"/>
          <p14:tracePt t="28989" x="4664075" y="6178550"/>
          <p14:tracePt t="29007" x="4681538" y="6186488"/>
          <p14:tracePt t="29022" x="4706938" y="6186488"/>
          <p14:tracePt t="29041" x="4724400" y="6186488"/>
          <p14:tracePt t="29043" x="4732338" y="6186488"/>
          <p14:tracePt t="29056" x="4757738" y="6186488"/>
          <p14:tracePt t="29074" x="4765675" y="6186488"/>
          <p14:tracePt t="29089" x="4783138" y="6186488"/>
          <p14:tracePt t="29105" x="4791075" y="6186488"/>
          <p14:tracePt t="29121" x="4808538" y="6186488"/>
          <p14:tracePt t="29138" x="4833938" y="6186488"/>
          <p14:tracePt t="29155" x="4851400" y="6186488"/>
          <p14:tracePt t="29172" x="4868863" y="6186488"/>
          <p14:tracePt t="29172" x="4894263" y="6186488"/>
          <p14:tracePt t="29187" x="4902200" y="6186488"/>
          <p14:tracePt t="29205" x="4927600" y="6186488"/>
          <p14:tracePt t="29221" x="4978400" y="6186488"/>
          <p14:tracePt t="29237" x="5029200" y="6186488"/>
          <p14:tracePt t="29255" x="5072063" y="6186488"/>
          <p14:tracePt t="29256" x="5080000" y="6186488"/>
          <p14:tracePt t="29271" x="5122863" y="6186488"/>
          <p14:tracePt t="29288" x="5140325" y="6186488"/>
          <p14:tracePt t="29305" x="5191125" y="6186488"/>
          <p14:tracePt t="29321" x="5208588" y="6186488"/>
          <p14:tracePt t="29337" x="5241925" y="6186488"/>
          <p14:tracePt t="29354" x="5267325" y="6186488"/>
          <p14:tracePt t="29355" x="5276850" y="6186488"/>
          <p14:tracePt t="29371" x="5302250" y="6186488"/>
          <p14:tracePt t="29388" x="5327650" y="6186488"/>
          <p14:tracePt t="29404" x="5368925" y="6186488"/>
          <p14:tracePt t="29421" x="5386388" y="6186488"/>
          <p14:tracePt t="29438" x="5403850" y="6186488"/>
          <p14:tracePt t="29439" x="5411788" y="6186488"/>
          <p14:tracePt t="29455" x="5429250" y="6186488"/>
          <p14:tracePt t="29472" x="5437188" y="6186488"/>
          <p14:tracePt t="29474" x="5454650" y="6186488"/>
          <p14:tracePt t="29489" x="5462588" y="6186488"/>
          <p14:tracePt t="29505" x="5487988" y="6186488"/>
          <p14:tracePt t="29522" x="5497513" y="6186488"/>
          <p14:tracePt t="29538" x="5513388" y="6186488"/>
          <p14:tracePt t="29556" x="5522913" y="6186488"/>
          <p14:tracePt t="29559" x="5538788" y="6186488"/>
          <p14:tracePt t="29573" x="5548313" y="6186488"/>
          <p14:tracePt t="29588" x="5556250" y="6186488"/>
          <p14:tracePt t="29606" x="5573713" y="6186488"/>
          <p14:tracePt t="29623" x="5599113" y="6203950"/>
          <p14:tracePt t="29639" x="5607050" y="6203950"/>
          <p14:tracePt t="29655" x="5616575" y="6203950"/>
          <p14:tracePt t="29673" x="5632450" y="6211888"/>
          <p14:tracePt t="29688" x="5641975" y="6211888"/>
          <p14:tracePt t="29707" x="5657850" y="6211888"/>
          <p14:tracePt t="29721" x="5683250" y="6211888"/>
          <p14:tracePt t="29741" x="5692775" y="6211888"/>
          <p14:tracePt t="29756" x="5700713" y="6211888"/>
          <p14:tracePt t="29771" x="5718175" y="6211888"/>
          <p14:tracePt t="29798" x="5726113" y="6211888"/>
          <p14:tracePt t="29805" x="5743575" y="6211888"/>
          <p14:tracePt t="29822" x="5743575" y="6229350"/>
          <p14:tracePt t="29840" x="5768975" y="6229350"/>
          <p14:tracePt t="29856" x="5776913" y="6229350"/>
          <p14:tracePt t="29872" x="5786438" y="6229350"/>
          <p14:tracePt t="29874" x="5802313" y="6237288"/>
          <p14:tracePt t="29895" x="5811838" y="6237288"/>
          <p14:tracePt t="29911" x="5827713" y="6237288"/>
          <p14:tracePt t="29921" x="5837238" y="6237288"/>
          <p14:tracePt t="29940" x="5853113" y="6237288"/>
          <p14:tracePt t="29954" x="5862638" y="6237288"/>
          <p14:tracePt t="29973" x="5870575" y="6237288"/>
          <p14:tracePt t="29993" x="5888038" y="6237288"/>
          <p14:tracePt t="30015" x="5895975" y="6237288"/>
          <p14:tracePt t="30057" x="5913438" y="6237288"/>
          <p14:tracePt t="30079" x="5921375" y="6237288"/>
          <p14:tracePt t="30091" x="5930900" y="6237288"/>
          <p14:tracePt t="30113" x="5946775" y="6237288"/>
          <p14:tracePt t="30155" x="5956300" y="6237288"/>
          <p14:tracePt t="30170" x="5972175" y="6237288"/>
          <p14:tracePt t="30175" x="5964238" y="6237288"/>
          <p14:tracePt t="30187" x="5972175" y="6237288"/>
          <p14:tracePt t="30226" x="5981700" y="6254750"/>
          <p14:tracePt t="30345" x="5981700" y="6246813"/>
          <p14:tracePt t="30356" x="5981700" y="6254750"/>
          <p14:tracePt t="30371" x="5981700" y="6246813"/>
          <p14:tracePt t="30387" x="5956300" y="6237288"/>
          <p14:tracePt t="30795" x="6167438" y="6161088"/>
          <p14:tracePt t="30806" x="6610350" y="5940425"/>
          <p14:tracePt t="30821" x="7553325" y="5268913"/>
          <p14:tracePt t="30836" x="8004175" y="4987925"/>
          <p14:tracePt t="30854" x="8658225" y="4579938"/>
          <p14:tracePt t="30872" x="9286875" y="4249738"/>
          <p14:tracePt t="30887" x="9677400" y="4044950"/>
          <p14:tracePt t="30906" x="10153650" y="3636963"/>
          <p14:tracePt t="30921" x="10255250" y="3560763"/>
          <p14:tracePt t="30922" x="10433050" y="3441700"/>
          <p14:tracePt t="30937" x="10714038" y="3271838"/>
          <p14:tracePt t="30956" x="11044238" y="3067050"/>
          <p14:tracePt t="30971" x="11241088" y="2965450"/>
          <p14:tracePt t="30987" x="11461750" y="2820988"/>
          <p14:tracePt t="31004" x="11631613" y="2752725"/>
          <p14:tracePt t="31005" x="11725275" y="2711450"/>
          <p14:tracePt t="31021" x="11920538" y="2608263"/>
          <p14:tracePt t="31039" x="12065000" y="2549525"/>
          <p14:tracePt t="31054" x="12158663" y="2516188"/>
        </p14:tracePtLst>
      </p14:laserTraceLst>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6FD"/>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3657600" cy="228600"/>
          </a:xfrm>
          <a:prstGeom prst="rect">
            <a:avLst/>
          </a:prstGeom>
          <a:noFill/>
        </p:spPr>
        <p:txBody>
          <a:bodyPr wrap="square" lIns="27432" tIns="27432" rIns="27432" bIns="27432" anchor="t">
            <a:spAutoFit/>
          </a:bodyPr>
          <a:lstStyle/>
          <a:p>
            <a:pPr algn="l">
              <a:spcAft>
                <a:spcPts val="0"/>
              </a:spcAft>
            </a:pPr>
            <a:r>
              <a:rPr sz="1000" b="1" i="0">
                <a:solidFill>
                  <a:srgbClr val="5B37B4"/>
                </a:solidFill>
                <a:latin typeface="Aptos"/>
              </a:rPr>
              <a:t>06 / ROBUSTNESS CHECK</a:t>
            </a:r>
          </a:p>
        </p:txBody>
      </p:sp>
      <p:sp>
        <p:nvSpPr>
          <p:cNvPr id="3" name="TextBox 2"/>
          <p:cNvSpPr txBox="1"/>
          <p:nvPr/>
        </p:nvSpPr>
        <p:spPr>
          <a:xfrm>
            <a:off x="594360" y="658368"/>
            <a:ext cx="10972800" cy="502920"/>
          </a:xfrm>
          <a:prstGeom prst="rect">
            <a:avLst/>
          </a:prstGeom>
          <a:noFill/>
        </p:spPr>
        <p:txBody>
          <a:bodyPr wrap="square" lIns="27432" tIns="27432" rIns="27432" bIns="27432" anchor="t">
            <a:spAutoFit/>
          </a:bodyPr>
          <a:lstStyle/>
          <a:p>
            <a:pPr algn="l">
              <a:spcAft>
                <a:spcPts val="0"/>
              </a:spcAft>
            </a:pPr>
            <a:r>
              <a:rPr sz="2800" b="1" i="0">
                <a:solidFill>
                  <a:srgbClr val="2B1C4F"/>
                </a:solidFill>
                <a:latin typeface="Aptos"/>
              </a:rPr>
              <a:t>The conclusion remains unchanged in the sensitivity scenario</a:t>
            </a:r>
          </a:p>
        </p:txBody>
      </p:sp>
      <p:sp>
        <p:nvSpPr>
          <p:cNvPr id="4" name="TextBox 3"/>
          <p:cNvSpPr txBox="1"/>
          <p:nvPr/>
        </p:nvSpPr>
        <p:spPr>
          <a:xfrm>
            <a:off x="612648" y="1225296"/>
            <a:ext cx="10972800" cy="347472"/>
          </a:xfrm>
          <a:prstGeom prst="rect">
            <a:avLst/>
          </a:prstGeom>
          <a:noFill/>
        </p:spPr>
        <p:txBody>
          <a:bodyPr wrap="square" lIns="27432" tIns="27432" rIns="27432" bIns="27432" anchor="t">
            <a:spAutoFit/>
          </a:bodyPr>
          <a:lstStyle/>
          <a:p>
            <a:pPr algn="l">
              <a:spcAft>
                <a:spcPts val="0"/>
              </a:spcAft>
            </a:pPr>
            <a:r>
              <a:rPr sz="1200" b="0" i="0">
                <a:solidFill>
                  <a:srgbClr val="696376"/>
                </a:solidFill>
                <a:latin typeface="Aptos"/>
              </a:rPr>
              <a:t>Nine rows associated with the repeated Order_ID were excluded temporarily for comparison—not deleted from the source.</a:t>
            </a:r>
          </a:p>
        </p:txBody>
      </p:sp>
      <p:sp>
        <p:nvSpPr>
          <p:cNvPr id="5" name="Rectangle 4"/>
          <p:cNvSpPr/>
          <p:nvPr/>
        </p:nvSpPr>
        <p:spPr>
          <a:xfrm>
            <a:off x="594360" y="6473952"/>
            <a:ext cx="10972800" cy="10972"/>
          </a:xfrm>
          <a:prstGeom prst="rect">
            <a:avLst/>
          </a:prstGeom>
          <a:solidFill>
            <a:srgbClr val="E1D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12648" y="6537960"/>
            <a:ext cx="8046720" cy="164592"/>
          </a:xfrm>
          <a:prstGeom prst="rect">
            <a:avLst/>
          </a:prstGeom>
          <a:noFill/>
        </p:spPr>
        <p:txBody>
          <a:bodyPr wrap="square" lIns="27432" tIns="27432" rIns="27432" bIns="27432" anchor="t">
            <a:spAutoFit/>
          </a:bodyPr>
          <a:lstStyle/>
          <a:p>
            <a:pPr algn="l">
              <a:spcAft>
                <a:spcPts val="0"/>
              </a:spcAft>
            </a:pPr>
            <a:r>
              <a:rPr sz="800" b="0" i="0">
                <a:solidFill>
                  <a:srgbClr val="696376"/>
                </a:solidFill>
                <a:latin typeface="Aptos"/>
              </a:rPr>
              <a:t>APEXPLANET DATA ANALYTICS INTERNSHIP  •  TASK 4</a:t>
            </a:r>
          </a:p>
        </p:txBody>
      </p:sp>
      <p:sp>
        <p:nvSpPr>
          <p:cNvPr id="7" name="TextBox 6"/>
          <p:cNvSpPr txBox="1"/>
          <p:nvPr/>
        </p:nvSpPr>
        <p:spPr>
          <a:xfrm>
            <a:off x="10972800" y="6519672"/>
            <a:ext cx="502920" cy="201168"/>
          </a:xfrm>
          <a:prstGeom prst="rect">
            <a:avLst/>
          </a:prstGeom>
          <a:noFill/>
        </p:spPr>
        <p:txBody>
          <a:bodyPr wrap="square" lIns="27432" tIns="27432" rIns="27432" bIns="27432" anchor="t">
            <a:spAutoFit/>
          </a:bodyPr>
          <a:lstStyle/>
          <a:p>
            <a:pPr algn="r">
              <a:spcAft>
                <a:spcPts val="0"/>
              </a:spcAft>
            </a:pPr>
            <a:r>
              <a:rPr sz="900" b="1" i="0">
                <a:solidFill>
                  <a:srgbClr val="5B37B4"/>
                </a:solidFill>
                <a:latin typeface="Aptos"/>
              </a:rPr>
              <a:t>07</a:t>
            </a:r>
          </a:p>
        </p:txBody>
      </p:sp>
      <p:graphicFrame>
        <p:nvGraphicFramePr>
          <p:cNvPr id="8" name="Table 7"/>
          <p:cNvGraphicFramePr>
            <a:graphicFrameLocks noGrp="1"/>
          </p:cNvGraphicFramePr>
          <p:nvPr/>
        </p:nvGraphicFramePr>
        <p:xfrm>
          <a:off x="822960" y="1828800"/>
          <a:ext cx="10561320" cy="3291840"/>
        </p:xfrm>
        <a:graphic>
          <a:graphicData uri="http://schemas.openxmlformats.org/drawingml/2006/table">
            <a:tbl>
              <a:tblPr firstRow="1" bandRow="1">
                <a:tableStyleId>{5C22544A-7EE6-4342-B048-85BDC9FD1C3A}</a:tableStyleId>
              </a:tblPr>
              <a:tblGrid>
                <a:gridCol w="393192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548640">
                <a:tc>
                  <a:txBody>
                    <a:bodyPr/>
                    <a:lstStyle/>
                    <a:p>
                      <a:pPr algn="l"/>
                      <a:r>
                        <a:rPr sz="1200" b="1">
                          <a:solidFill>
                            <a:srgbClr val="FFFFFF"/>
                          </a:solidFill>
                          <a:latin typeface="Aptos"/>
                        </a:rPr>
                        <a:t>Measure</a:t>
                      </a:r>
                    </a:p>
                  </a:txBody>
                  <a:tcPr marL="109728" marR="109728" marT="73152" marB="54864">
                    <a:solidFill>
                      <a:srgbClr val="2B1C4F"/>
                    </a:solidFill>
                  </a:tcPr>
                </a:tc>
                <a:tc>
                  <a:txBody>
                    <a:bodyPr/>
                    <a:lstStyle/>
                    <a:p>
                      <a:pPr algn="ctr"/>
                      <a:r>
                        <a:rPr sz="1200" b="1">
                          <a:solidFill>
                            <a:srgbClr val="FFFFFF"/>
                          </a:solidFill>
                          <a:latin typeface="Aptos"/>
                        </a:rPr>
                        <a:t>All rows retained</a:t>
                      </a:r>
                    </a:p>
                  </a:txBody>
                  <a:tcPr marL="109728" marR="109728" marT="73152" marB="54864">
                    <a:solidFill>
                      <a:srgbClr val="2B1C4F"/>
                    </a:solidFill>
                  </a:tcPr>
                </a:tc>
                <a:tc>
                  <a:txBody>
                    <a:bodyPr/>
                    <a:lstStyle/>
                    <a:p>
                      <a:pPr algn="ctr"/>
                      <a:r>
                        <a:rPr sz="1200" b="1">
                          <a:solidFill>
                            <a:srgbClr val="FFFFFF"/>
                          </a:solidFill>
                          <a:latin typeface="Aptos"/>
                        </a:rPr>
                        <a:t>Flagged rows excluded</a:t>
                      </a:r>
                    </a:p>
                  </a:txBody>
                  <a:tcPr marL="109728" marR="109728" marT="73152" marB="54864">
                    <a:solidFill>
                      <a:srgbClr val="2B1C4F"/>
                    </a:solidFill>
                  </a:tcPr>
                </a:tc>
                <a:extLst>
                  <a:ext uri="{0D108BD9-81ED-4DB2-BD59-A6C34878D82A}">
                    <a16:rowId xmlns:a16="http://schemas.microsoft.com/office/drawing/2014/main" val="10000"/>
                  </a:ext>
                </a:extLst>
              </a:tr>
              <a:tr h="548640">
                <a:tc>
                  <a:txBody>
                    <a:bodyPr/>
                    <a:lstStyle/>
                    <a:p>
                      <a:pPr algn="l"/>
                      <a:r>
                        <a:rPr sz="1100" b="1">
                          <a:solidFill>
                            <a:srgbClr val="272330"/>
                          </a:solidFill>
                          <a:latin typeface="Aptos"/>
                        </a:rPr>
                        <a:t>Male / female customers</a:t>
                      </a:r>
                    </a:p>
                  </a:txBody>
                  <a:tcPr marL="109728" marR="109728" marT="73152" marB="54864">
                    <a:solidFill>
                      <a:srgbClr val="EFE9FF"/>
                    </a:solidFill>
                  </a:tcPr>
                </a:tc>
                <a:tc>
                  <a:txBody>
                    <a:bodyPr/>
                    <a:lstStyle/>
                    <a:p>
                      <a:pPr algn="ctr"/>
                      <a:r>
                        <a:rPr sz="1100" b="0">
                          <a:solidFill>
                            <a:srgbClr val="272330"/>
                          </a:solidFill>
                          <a:latin typeface="Aptos"/>
                        </a:rPr>
                        <a:t>468 / 445</a:t>
                      </a:r>
                    </a:p>
                  </a:txBody>
                  <a:tcPr marL="109728" marR="109728" marT="73152" marB="54864">
                    <a:solidFill>
                      <a:srgbClr val="EFE9FF"/>
                    </a:solidFill>
                  </a:tcPr>
                </a:tc>
                <a:tc>
                  <a:txBody>
                    <a:bodyPr/>
                    <a:lstStyle/>
                    <a:p>
                      <a:pPr algn="ctr"/>
                      <a:r>
                        <a:rPr sz="1100" b="0">
                          <a:solidFill>
                            <a:srgbClr val="272330"/>
                          </a:solidFill>
                          <a:latin typeface="Aptos"/>
                        </a:rPr>
                        <a:t>463 / 444</a:t>
                      </a:r>
                    </a:p>
                  </a:txBody>
                  <a:tcPr marL="109728" marR="109728" marT="73152" marB="54864">
                    <a:solidFill>
                      <a:srgbClr val="EFE9FF"/>
                    </a:solidFill>
                  </a:tcPr>
                </a:tc>
                <a:extLst>
                  <a:ext uri="{0D108BD9-81ED-4DB2-BD59-A6C34878D82A}">
                    <a16:rowId xmlns:a16="http://schemas.microsoft.com/office/drawing/2014/main" val="10001"/>
                  </a:ext>
                </a:extLst>
              </a:tr>
              <a:tr h="548640">
                <a:tc>
                  <a:txBody>
                    <a:bodyPr/>
                    <a:lstStyle/>
                    <a:p>
                      <a:pPr algn="l"/>
                      <a:r>
                        <a:rPr sz="1100" b="1">
                          <a:solidFill>
                            <a:srgbClr val="272330"/>
                          </a:solidFill>
                          <a:latin typeface="Aptos"/>
                        </a:rPr>
                        <a:t>Mean difference</a:t>
                      </a:r>
                    </a:p>
                  </a:txBody>
                  <a:tcPr marL="109728" marR="109728" marT="73152" marB="54864">
                    <a:solidFill>
                      <a:srgbClr val="FFFFFF"/>
                    </a:solidFill>
                  </a:tcPr>
                </a:tc>
                <a:tc>
                  <a:txBody>
                    <a:bodyPr/>
                    <a:lstStyle/>
                    <a:p>
                      <a:pPr algn="ctr"/>
                      <a:r>
                        <a:rPr sz="1100" b="0">
                          <a:solidFill>
                            <a:srgbClr val="272330"/>
                          </a:solidFill>
                          <a:latin typeface="Aptos"/>
                        </a:rPr>
                        <a:t>5,766.91</a:t>
                      </a:r>
                    </a:p>
                  </a:txBody>
                  <a:tcPr marL="109728" marR="109728" marT="73152" marB="54864">
                    <a:solidFill>
                      <a:srgbClr val="FFFFFF"/>
                    </a:solidFill>
                  </a:tcPr>
                </a:tc>
                <a:tc>
                  <a:txBody>
                    <a:bodyPr/>
                    <a:lstStyle/>
                    <a:p>
                      <a:pPr algn="ctr"/>
                      <a:r>
                        <a:rPr sz="1100" b="0">
                          <a:solidFill>
                            <a:srgbClr val="272330"/>
                          </a:solidFill>
                          <a:latin typeface="Aptos"/>
                        </a:rPr>
                        <a:t>5,488.23</a:t>
                      </a:r>
                    </a:p>
                  </a:txBody>
                  <a:tcPr marL="109728" marR="109728" marT="73152" marB="54864">
                    <a:solidFill>
                      <a:srgbClr val="FFFFFF"/>
                    </a:solidFill>
                  </a:tcPr>
                </a:tc>
                <a:extLst>
                  <a:ext uri="{0D108BD9-81ED-4DB2-BD59-A6C34878D82A}">
                    <a16:rowId xmlns:a16="http://schemas.microsoft.com/office/drawing/2014/main" val="10002"/>
                  </a:ext>
                </a:extLst>
              </a:tr>
              <a:tr h="548640">
                <a:tc>
                  <a:txBody>
                    <a:bodyPr/>
                    <a:lstStyle/>
                    <a:p>
                      <a:pPr algn="l"/>
                      <a:r>
                        <a:rPr sz="1100" b="1">
                          <a:solidFill>
                            <a:srgbClr val="272330"/>
                          </a:solidFill>
                          <a:latin typeface="Aptos"/>
                        </a:rPr>
                        <a:t>Welch t-statistic</a:t>
                      </a:r>
                    </a:p>
                  </a:txBody>
                  <a:tcPr marL="109728" marR="109728" marT="73152" marB="54864">
                    <a:solidFill>
                      <a:srgbClr val="EFE9FF"/>
                    </a:solidFill>
                  </a:tcPr>
                </a:tc>
                <a:tc>
                  <a:txBody>
                    <a:bodyPr/>
                    <a:lstStyle/>
                    <a:p>
                      <a:pPr algn="ctr"/>
                      <a:r>
                        <a:rPr sz="1100" b="0">
                          <a:solidFill>
                            <a:srgbClr val="272330"/>
                          </a:solidFill>
                          <a:latin typeface="Aptos"/>
                        </a:rPr>
                        <a:t>0.7728</a:t>
                      </a:r>
                    </a:p>
                  </a:txBody>
                  <a:tcPr marL="109728" marR="109728" marT="73152" marB="54864">
                    <a:solidFill>
                      <a:srgbClr val="EFE9FF"/>
                    </a:solidFill>
                  </a:tcPr>
                </a:tc>
                <a:tc>
                  <a:txBody>
                    <a:bodyPr/>
                    <a:lstStyle/>
                    <a:p>
                      <a:pPr algn="ctr"/>
                      <a:r>
                        <a:rPr sz="1100" b="0">
                          <a:solidFill>
                            <a:srgbClr val="272330"/>
                          </a:solidFill>
                          <a:latin typeface="Aptos"/>
                        </a:rPr>
                        <a:t>0.7339</a:t>
                      </a:r>
                    </a:p>
                  </a:txBody>
                  <a:tcPr marL="109728" marR="109728" marT="73152" marB="54864">
                    <a:solidFill>
                      <a:srgbClr val="EFE9FF"/>
                    </a:solidFill>
                  </a:tcPr>
                </a:tc>
                <a:extLst>
                  <a:ext uri="{0D108BD9-81ED-4DB2-BD59-A6C34878D82A}">
                    <a16:rowId xmlns:a16="http://schemas.microsoft.com/office/drawing/2014/main" val="10003"/>
                  </a:ext>
                </a:extLst>
              </a:tr>
              <a:tr h="548640">
                <a:tc>
                  <a:txBody>
                    <a:bodyPr/>
                    <a:lstStyle/>
                    <a:p>
                      <a:pPr algn="l"/>
                      <a:r>
                        <a:rPr sz="1100" b="1">
                          <a:solidFill>
                            <a:srgbClr val="272330"/>
                          </a:solidFill>
                          <a:latin typeface="Aptos"/>
                        </a:rPr>
                        <a:t>Two-sided p-value</a:t>
                      </a:r>
                    </a:p>
                  </a:txBody>
                  <a:tcPr marL="109728" marR="109728" marT="73152" marB="54864">
                    <a:solidFill>
                      <a:srgbClr val="FFFFFF"/>
                    </a:solidFill>
                  </a:tcPr>
                </a:tc>
                <a:tc>
                  <a:txBody>
                    <a:bodyPr/>
                    <a:lstStyle/>
                    <a:p>
                      <a:pPr algn="ctr"/>
                      <a:r>
                        <a:rPr sz="1100" b="0">
                          <a:solidFill>
                            <a:srgbClr val="272330"/>
                          </a:solidFill>
                          <a:latin typeface="Aptos"/>
                        </a:rPr>
                        <a:t>0.439854</a:t>
                      </a:r>
                    </a:p>
                  </a:txBody>
                  <a:tcPr marL="109728" marR="109728" marT="73152" marB="54864">
                    <a:solidFill>
                      <a:srgbClr val="FFFFFF"/>
                    </a:solidFill>
                  </a:tcPr>
                </a:tc>
                <a:tc>
                  <a:txBody>
                    <a:bodyPr/>
                    <a:lstStyle/>
                    <a:p>
                      <a:pPr algn="ctr"/>
                      <a:r>
                        <a:rPr sz="1100" b="0">
                          <a:solidFill>
                            <a:srgbClr val="272330"/>
                          </a:solidFill>
                          <a:latin typeface="Aptos"/>
                        </a:rPr>
                        <a:t>0.463171</a:t>
                      </a:r>
                    </a:p>
                  </a:txBody>
                  <a:tcPr marL="109728" marR="109728" marT="73152" marB="54864">
                    <a:solidFill>
                      <a:srgbClr val="FFFFFF"/>
                    </a:solidFill>
                  </a:tcPr>
                </a:tc>
                <a:extLst>
                  <a:ext uri="{0D108BD9-81ED-4DB2-BD59-A6C34878D82A}">
                    <a16:rowId xmlns:a16="http://schemas.microsoft.com/office/drawing/2014/main" val="10004"/>
                  </a:ext>
                </a:extLst>
              </a:tr>
              <a:tr h="548640">
                <a:tc>
                  <a:txBody>
                    <a:bodyPr/>
                    <a:lstStyle/>
                    <a:p>
                      <a:pPr algn="l"/>
                      <a:r>
                        <a:rPr sz="1100" b="1">
                          <a:solidFill>
                            <a:srgbClr val="272330"/>
                          </a:solidFill>
                          <a:latin typeface="Aptos"/>
                        </a:rPr>
                        <a:t>95% confidence interval</a:t>
                      </a:r>
                    </a:p>
                  </a:txBody>
                  <a:tcPr marL="109728" marR="109728" marT="73152" marB="54864">
                    <a:solidFill>
                      <a:srgbClr val="EFE9FF"/>
                    </a:solidFill>
                  </a:tcPr>
                </a:tc>
                <a:tc>
                  <a:txBody>
                    <a:bodyPr/>
                    <a:lstStyle/>
                    <a:p>
                      <a:pPr algn="ctr"/>
                      <a:r>
                        <a:rPr sz="1100" b="0">
                          <a:solidFill>
                            <a:srgbClr val="272330"/>
                          </a:solidFill>
                          <a:latin typeface="Aptos"/>
                        </a:rPr>
                        <a:t>[-8,878.91, 20,412.73]</a:t>
                      </a:r>
                    </a:p>
                  </a:txBody>
                  <a:tcPr marL="109728" marR="109728" marT="73152" marB="54864">
                    <a:solidFill>
                      <a:srgbClr val="EFE9FF"/>
                    </a:solidFill>
                  </a:tcPr>
                </a:tc>
                <a:tc>
                  <a:txBody>
                    <a:bodyPr/>
                    <a:lstStyle/>
                    <a:p>
                      <a:pPr algn="ctr"/>
                      <a:r>
                        <a:rPr sz="1100" b="0">
                          <a:solidFill>
                            <a:srgbClr val="272330"/>
                          </a:solidFill>
                          <a:latin typeface="Aptos"/>
                        </a:rPr>
                        <a:t>[-9,187.41, 20,163.87]</a:t>
                      </a:r>
                    </a:p>
                  </a:txBody>
                  <a:tcPr marL="109728" marR="109728" marT="73152" marB="54864">
                    <a:solidFill>
                      <a:srgbClr val="EFE9FF"/>
                    </a:solidFill>
                  </a:tcPr>
                </a:tc>
                <a:extLst>
                  <a:ext uri="{0D108BD9-81ED-4DB2-BD59-A6C34878D82A}">
                    <a16:rowId xmlns:a16="http://schemas.microsoft.com/office/drawing/2014/main" val="10005"/>
                  </a:ext>
                </a:extLst>
              </a:tr>
            </a:tbl>
          </a:graphicData>
        </a:graphic>
      </p:graphicFrame>
      <p:sp>
        <p:nvSpPr>
          <p:cNvPr id="9" name="Rounded Rectangle 8"/>
          <p:cNvSpPr/>
          <p:nvPr/>
        </p:nvSpPr>
        <p:spPr>
          <a:xfrm>
            <a:off x="868680" y="5440680"/>
            <a:ext cx="10332720" cy="594360"/>
          </a:xfrm>
          <a:prstGeom prst="roundRect">
            <a:avLst/>
          </a:prstGeom>
          <a:solidFill>
            <a:srgbClr val="EFE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605272"/>
            <a:ext cx="9784080" cy="256032"/>
          </a:xfrm>
          <a:prstGeom prst="rect">
            <a:avLst/>
          </a:prstGeom>
          <a:noFill/>
        </p:spPr>
        <p:txBody>
          <a:bodyPr wrap="square" lIns="27432" tIns="27432" rIns="27432" bIns="27432" anchor="t">
            <a:spAutoFit/>
          </a:bodyPr>
          <a:lstStyle/>
          <a:p>
            <a:pPr algn="l">
              <a:spcAft>
                <a:spcPts val="0"/>
              </a:spcAft>
            </a:pPr>
            <a:r>
              <a:rPr sz="1500" b="1" i="0">
                <a:solidFill>
                  <a:srgbClr val="2B1C4F"/>
                </a:solidFill>
                <a:latin typeface="Aptos"/>
              </a:rPr>
              <a:t>Both p-values exceed 0.05; both confidence intervals include zero.</a:t>
            </a:r>
          </a:p>
        </p:txBody>
      </p:sp>
      <p:pic>
        <p:nvPicPr>
          <p:cNvPr id="12" name="Picture 11">
            <a:extLst>
              <a:ext uri="{FF2B5EF4-FFF2-40B4-BE49-F238E27FC236}">
                <a16:creationId xmlns:a16="http://schemas.microsoft.com/office/drawing/2014/main" id="{7C6CFD03-257A-3A37-22B6-EB50FF87CBC7}"/>
              </a:ext>
            </a:extLst>
          </p:cNvPr>
          <p:cNvPicPr>
            <a:picLocks noChangeAspect="1"/>
          </p:cNvPicPr>
          <p:nvPr/>
        </p:nvPicPr>
        <p:blipFill>
          <a:blip r:embed="rId3"/>
          <a:stretch>
            <a:fillRect/>
          </a:stretch>
        </p:blipFill>
        <p:spPr>
          <a:xfrm>
            <a:off x="10800694" y="12573"/>
            <a:ext cx="1391306" cy="149123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38669">
        <p159:morph option="byObject"/>
      </p:transition>
    </mc:Choice>
    <mc:Fallback>
      <p:transition spd="slow" advTm="38669">
        <p:fade/>
      </p:transition>
    </mc:Fallback>
  </mc:AlternateContent>
  <p:extLst>
    <p:ext uri="{3A86A75C-4F4B-4683-9AE1-C65F6400EC91}">
      <p14:laserTraceLst xmlns:p14="http://schemas.microsoft.com/office/powerpoint/2010/main">
        <p14:tracePtLst>
          <p14:tracePt t="33" x="3670300" y="1427163"/>
          <p14:tracePt t="51" x="3322638" y="1411288"/>
          <p14:tracePt t="66" x="3152775" y="1411288"/>
          <p14:tracePt t="84" x="3041650" y="1411288"/>
          <p14:tracePt t="85" x="2990850" y="1411288"/>
          <p14:tracePt t="101" x="2905125" y="1411288"/>
          <p14:tracePt t="116" x="2846388" y="1411288"/>
          <p14:tracePt t="133" x="2795588" y="1411288"/>
          <p14:tracePt t="135" x="2778125" y="1411288"/>
          <p14:tracePt t="151" x="2760663" y="1411288"/>
          <p14:tracePt t="167" x="2735263" y="1411288"/>
          <p14:tracePt t="530" x="2693988" y="1393825"/>
          <p14:tracePt t="544" x="2616200" y="1360488"/>
          <p14:tracePt t="550" x="2590800" y="1350963"/>
          <p14:tracePt t="567" x="2532063" y="1317625"/>
          <p14:tracePt t="585" x="2471738" y="1300163"/>
          <p14:tracePt t="600" x="2446338" y="1300163"/>
          <p14:tracePt t="617" x="2420938" y="1292225"/>
          <p14:tracePt t="620" x="2413000" y="1292225"/>
          <p14:tracePt t="634" x="2387600" y="1282700"/>
          <p14:tracePt t="650" x="2362200" y="1282700"/>
          <p14:tracePt t="667" x="2327275" y="1266825"/>
          <p14:tracePt t="668" x="2311400" y="1266825"/>
          <p14:tracePt t="684" x="2301875" y="1266825"/>
          <p14:tracePt t="685" x="2286000" y="1266825"/>
          <p14:tracePt t="701" x="2268538" y="1257300"/>
          <p14:tracePt t="718" x="2225675" y="1257300"/>
          <p14:tracePt t="733" x="2192338" y="1257300"/>
          <p14:tracePt t="751" x="2174875" y="1241425"/>
          <p14:tracePt t="753" x="2166938" y="1241425"/>
          <p14:tracePt t="767" x="2149475" y="1241425"/>
          <p14:tracePt t="770" x="2141538" y="1231900"/>
          <p14:tracePt t="783" x="2132013" y="1231900"/>
          <p14:tracePt t="800" x="2106613" y="1231900"/>
          <p14:tracePt t="817" x="2090738" y="1231900"/>
          <p14:tracePt t="834" x="2081213" y="1231900"/>
          <p14:tracePt t="836" x="2065338" y="1231900"/>
          <p14:tracePt t="851" x="2055813" y="1231900"/>
          <p14:tracePt t="886" x="2047875" y="1231900"/>
          <p14:tracePt t="972" x="2055813" y="1231900"/>
          <p14:tracePt t="983" x="2073275" y="1231900"/>
          <p14:tracePt t="1005" x="2081213" y="1231900"/>
          <p14:tracePt t="1015" x="2098675" y="1231900"/>
          <p14:tracePt t="1057" x="2124075" y="1231900"/>
          <p14:tracePt t="1067" x="2132013" y="1231900"/>
          <p14:tracePt t="1089" x="2141538" y="1231900"/>
          <p14:tracePt t="1428" x="2336800" y="1216025"/>
          <p14:tracePt t="1433" x="2590800" y="1189038"/>
          <p14:tracePt t="1449" x="3152775" y="1112838"/>
          <p14:tracePt t="1465" x="3330575" y="1112838"/>
          <p14:tracePt t="1483" x="3406775" y="1112838"/>
          <p14:tracePt t="1486" x="3449638" y="1112838"/>
          <p14:tracePt t="1500" x="3492500" y="1130300"/>
          <p14:tracePt t="1516" x="3533775" y="1130300"/>
          <p14:tracePt t="1533" x="3568700" y="1147763"/>
          <p14:tracePt t="1535" x="3586163" y="1147763"/>
          <p14:tracePt t="1549" x="3619500" y="1147763"/>
          <p14:tracePt t="1567" x="3652838" y="1155700"/>
          <p14:tracePt t="1583" x="3678238" y="1155700"/>
          <p14:tracePt t="1599" x="3703638" y="1155700"/>
          <p14:tracePt t="1601" x="3729038" y="1155700"/>
          <p14:tracePt t="1617" x="3756025" y="1155700"/>
          <p14:tracePt t="1632" x="3797300" y="1155700"/>
          <p14:tracePt t="1650" x="3848100" y="1173163"/>
          <p14:tracePt t="1665" x="3883025" y="1173163"/>
          <p14:tracePt t="1682" x="3908425" y="1173163"/>
          <p14:tracePt t="1701" x="3941763" y="1173163"/>
          <p14:tracePt t="1716" x="3967163" y="1173163"/>
          <p14:tracePt t="1732" x="3992563" y="1173163"/>
          <p14:tracePt t="1750" x="4035425" y="1173163"/>
          <p14:tracePt t="1766" x="4044950" y="1173163"/>
          <p14:tracePt t="1782" x="4070350" y="1173163"/>
          <p14:tracePt t="1799" x="4103688" y="1173163"/>
          <p14:tracePt t="1815" x="4129088" y="1173163"/>
          <p14:tracePt t="1834" x="4154488" y="1173163"/>
          <p14:tracePt t="1850" x="4162425" y="1173163"/>
          <p14:tracePt t="1867" x="4179888" y="1173163"/>
          <p14:tracePt t="1889" x="4187825" y="1173163"/>
          <p14:tracePt t="1910" x="4197350" y="1173163"/>
          <p14:tracePt t="1925" x="4214813" y="1173163"/>
          <p14:tracePt t="1960" x="4222750" y="1173163"/>
          <p14:tracePt t="1966" x="4240213" y="1173163"/>
          <p14:tracePt t="1981" x="4248150" y="1173163"/>
          <p14:tracePt t="1987" x="4265613" y="1173163"/>
          <p14:tracePt t="2001" x="4273550" y="1173163"/>
          <p14:tracePt t="2017" x="4281488" y="1173163"/>
          <p14:tracePt t="2031" x="4298950" y="1173163"/>
          <p14:tracePt t="2051" x="4324350" y="1173163"/>
          <p14:tracePt t="2066" x="4332288" y="1173163"/>
          <p14:tracePt t="2083" x="4359275" y="1173163"/>
          <p14:tracePt t="2085" x="4367213" y="1173163"/>
          <p14:tracePt t="2100" x="4392613" y="1173163"/>
          <p14:tracePt t="2115" x="4410075" y="1173163"/>
          <p14:tracePt t="2133" x="4425950" y="1173163"/>
          <p14:tracePt t="2134" x="4443413" y="1173163"/>
          <p14:tracePt t="2149" x="4468813" y="1173163"/>
          <p14:tracePt t="2151" x="4476750" y="1173163"/>
          <p14:tracePt t="2165" x="4519613" y="1173163"/>
          <p14:tracePt t="2183" x="4545013" y="1173163"/>
          <p14:tracePt t="2199" x="4595813" y="1173163"/>
          <p14:tracePt t="2202" x="4613275" y="1173163"/>
          <p14:tracePt t="2205" x="4638675" y="1173163"/>
          <p14:tracePt t="2215" x="4646613" y="1173163"/>
          <p14:tracePt t="2233" x="4699000" y="1173163"/>
          <p14:tracePt t="2249" x="4749800" y="1173163"/>
          <p14:tracePt t="2266" x="4791075" y="1173163"/>
          <p14:tracePt t="2268" x="4818063" y="1173163"/>
          <p14:tracePt t="2283" x="4851400" y="1173163"/>
          <p14:tracePt t="2299" x="4910138" y="1173163"/>
          <p14:tracePt t="2317" x="5013325" y="1163638"/>
          <p14:tracePt t="2331" x="5054600" y="1163638"/>
          <p14:tracePt t="2348" x="5140325" y="1147763"/>
          <p14:tracePt t="2367" x="5216525" y="1147763"/>
          <p14:tracePt t="2382" x="5292725" y="1147763"/>
          <p14:tracePt t="2399" x="5327650" y="1147763"/>
          <p14:tracePt t="2401" x="5353050" y="1147763"/>
          <p14:tracePt t="2416" x="5368925" y="1147763"/>
          <p14:tracePt t="2417" x="5378450" y="1147763"/>
          <p14:tracePt t="2431" x="5403850" y="1147763"/>
          <p14:tracePt t="2449" x="5446713" y="1147763"/>
          <p14:tracePt t="2465" x="5472113" y="1147763"/>
          <p14:tracePt t="2481" x="5505450" y="1147763"/>
          <p14:tracePt t="2499" x="5548313" y="1147763"/>
          <p14:tracePt t="2515" x="5573713" y="1147763"/>
          <p14:tracePt t="2532" x="5607050" y="1147763"/>
          <p14:tracePt t="2551" x="5632450" y="1147763"/>
          <p14:tracePt t="2565" x="5667375" y="1147763"/>
          <p14:tracePt t="2583" x="5692775" y="1147763"/>
          <p14:tracePt t="2585" x="5708650" y="1147763"/>
          <p14:tracePt t="2599" x="5743575" y="1147763"/>
          <p14:tracePt t="2614" x="5761038" y="1147763"/>
          <p14:tracePt t="2632" x="5794375" y="1147763"/>
          <p14:tracePt t="2648" x="5819775" y="1147763"/>
          <p14:tracePt t="2666" x="5853113" y="1147763"/>
          <p14:tracePt t="2682" x="5880100" y="1147763"/>
          <p14:tracePt t="2684" x="5895975" y="1147763"/>
          <p14:tracePt t="2698" x="5921375" y="1147763"/>
          <p14:tracePt t="2715" x="5930900" y="1147763"/>
          <p14:tracePt t="2733" x="5981700" y="1147763"/>
          <p14:tracePt t="2749" x="5989638" y="1147763"/>
          <p14:tracePt t="2766" x="6040438" y="1147763"/>
          <p14:tracePt t="2782" x="6057900" y="1147763"/>
          <p14:tracePt t="2798" x="6091238" y="1147763"/>
          <p14:tracePt t="2817" x="6116638" y="1147763"/>
          <p14:tracePt t="2831" x="6151563" y="1147763"/>
          <p14:tracePt t="2848" x="6167438" y="1147763"/>
          <p14:tracePt t="2865" x="6202363" y="1147763"/>
          <p14:tracePt t="2867" x="6227763" y="1147763"/>
          <p14:tracePt t="2881" x="6253163" y="1147763"/>
          <p14:tracePt t="2900" x="6303963" y="1147763"/>
          <p14:tracePt t="2915" x="6338888" y="1147763"/>
          <p14:tracePt t="2931" x="6380163" y="1147763"/>
          <p14:tracePt t="2948" x="6430963" y="1147763"/>
          <p14:tracePt t="2950" x="6448425" y="1155700"/>
          <p14:tracePt t="2964" x="6483350" y="1155700"/>
          <p14:tracePt t="2982" x="6534150" y="1155700"/>
          <p14:tracePt t="2983" x="6550025" y="1163638"/>
          <p14:tracePt t="2997" x="6575425" y="1163638"/>
          <p14:tracePt t="2998" x="6600825" y="1163638"/>
          <p14:tracePt t="3013" x="6635750" y="1163638"/>
          <p14:tracePt t="3030" x="6678613" y="1163638"/>
          <p14:tracePt t="3047" x="6729413" y="1163638"/>
          <p14:tracePt t="3065" x="6754813" y="1163638"/>
          <p14:tracePt t="3083" x="6797675" y="1163638"/>
          <p14:tracePt t="3098" x="6813550" y="1163638"/>
          <p14:tracePt t="3115" x="6838950" y="1173163"/>
          <p14:tracePt t="3132" x="6864350" y="1173163"/>
          <p14:tracePt t="3134" x="6873875" y="1189038"/>
          <p14:tracePt t="3147" x="6915150" y="1189038"/>
          <p14:tracePt t="3166" x="6950075" y="1189038"/>
          <p14:tracePt t="3182" x="6992938" y="1189038"/>
          <p14:tracePt t="3197" x="7008813" y="1189038"/>
          <p14:tracePt t="3216" x="7077075" y="1189038"/>
          <p14:tracePt t="3231" x="7102475" y="1189038"/>
          <p14:tracePt t="3248" x="7137400" y="1189038"/>
          <p14:tracePt t="3265" x="7188200" y="1189038"/>
          <p14:tracePt t="3281" x="7229475" y="1189038"/>
          <p14:tracePt t="3300" x="7281863" y="1198563"/>
          <p14:tracePt t="3315" x="7315200" y="1198563"/>
          <p14:tracePt t="3331" x="7340600" y="1216025"/>
          <p14:tracePt t="3349" x="7408863" y="1216025"/>
          <p14:tracePt t="3364" x="7416800" y="1223963"/>
          <p14:tracePt t="3381" x="7459663" y="1223963"/>
          <p14:tracePt t="3399" x="7493000" y="1223963"/>
          <p14:tracePt t="3414" x="7518400" y="1223963"/>
          <p14:tracePt t="3432" x="7535863" y="1223963"/>
          <p14:tracePt t="3435" x="7553325" y="1223963"/>
          <p14:tracePt t="3448" x="7586663" y="1223963"/>
          <p14:tracePt t="3465" x="7621588" y="1223963"/>
          <p14:tracePt t="3482" x="7662863" y="1223963"/>
          <p14:tracePt t="3497" x="7705725" y="1223963"/>
          <p14:tracePt t="3514" x="7740650" y="1223963"/>
          <p14:tracePt t="3531" x="7766050" y="1231900"/>
          <p14:tracePt t="3547" x="7807325" y="1231900"/>
          <p14:tracePt t="3564" x="7824788" y="1231900"/>
          <p14:tracePt t="3582" x="7850188" y="1231900"/>
          <p14:tracePt t="3597" x="7875588" y="1231900"/>
          <p14:tracePt t="3615" x="7893050" y="1231900"/>
          <p14:tracePt t="3631" x="7900988" y="1231900"/>
          <p14:tracePt t="3648" x="7926388" y="1231900"/>
          <p14:tracePt t="3665" x="7951788" y="1241425"/>
          <p14:tracePt t="3681" x="7969250" y="1249363"/>
          <p14:tracePt t="3697" x="7986713" y="1257300"/>
          <p14:tracePt t="3713" x="8012113" y="1257300"/>
          <p14:tracePt t="3715" x="8020050" y="1257300"/>
          <p14:tracePt t="3730" x="8037513" y="1257300"/>
          <p14:tracePt t="3748" x="8045450" y="1257300"/>
          <p14:tracePt t="3764" x="8070850" y="1257300"/>
          <p14:tracePt t="3781" x="8080375" y="1257300"/>
          <p14:tracePt t="3799" x="8088313" y="1257300"/>
          <p14:tracePt t="3814" x="8096250" y="1257300"/>
          <p14:tracePt t="3832" x="8088313" y="1257300"/>
          <p14:tracePt t="3849" x="8062913" y="1241425"/>
          <p14:tracePt t="4253" x="8096250" y="1241425"/>
          <p14:tracePt t="4264" x="8147050" y="1241425"/>
          <p14:tracePt t="4280" x="8215313" y="1241425"/>
          <p14:tracePt t="4281" x="8266113" y="1241425"/>
          <p14:tracePt t="4296" x="8351838" y="1241425"/>
          <p14:tracePt t="4313" x="8410575" y="1231900"/>
          <p14:tracePt t="4330" x="8462963" y="1231900"/>
          <p14:tracePt t="4346" x="8547100" y="1231900"/>
          <p14:tracePt t="4365" x="8623300" y="1231900"/>
          <p14:tracePt t="4366" x="8648700" y="1231900"/>
          <p14:tracePt t="4380" x="8674100" y="1231900"/>
          <p14:tracePt t="4397" x="8793163" y="1216025"/>
          <p14:tracePt t="4413" x="8869363" y="1216025"/>
          <p14:tracePt t="4430" x="8947150" y="1216025"/>
          <p14:tracePt t="4446" x="9005888" y="1216025"/>
          <p14:tracePt t="4466" x="9082088" y="1216025"/>
          <p14:tracePt t="4479" x="9142413" y="1216025"/>
          <p14:tracePt t="4497" x="9193213" y="1198563"/>
          <p14:tracePt t="4499" x="9218613" y="1198563"/>
          <p14:tracePt t="4514" x="9261475" y="1198563"/>
          <p14:tracePt t="4529" x="9328150" y="1189038"/>
          <p14:tracePt t="4547" x="9380538" y="1173163"/>
          <p14:tracePt t="4549" x="9405938" y="1173163"/>
          <p14:tracePt t="4562" x="9472613" y="1173163"/>
          <p14:tracePt t="4579" x="9532938" y="1155700"/>
          <p14:tracePt t="4596" x="9583738" y="1155700"/>
          <p14:tracePt t="4613" x="9659938" y="1155700"/>
          <p14:tracePt t="4629" x="9694863" y="1155700"/>
          <p14:tracePt t="4646" x="9728200" y="1155700"/>
          <p14:tracePt t="4663" x="9753600" y="1155700"/>
          <p14:tracePt t="4680" x="9779000" y="1155700"/>
          <p14:tracePt t="4697" x="9812338" y="1155700"/>
          <p14:tracePt t="4714" x="9839325" y="1155700"/>
          <p14:tracePt t="4716" x="9864725" y="1155700"/>
          <p14:tracePt t="4730" x="9880600" y="1155700"/>
          <p14:tracePt t="4730" x="9890125" y="1155700"/>
          <p14:tracePt t="4747" x="9915525" y="1155700"/>
          <p14:tracePt t="4764" x="9940925" y="1155700"/>
          <p14:tracePt t="4766" x="9966325" y="1155700"/>
          <p14:tracePt t="4780" x="9974263" y="1155700"/>
          <p14:tracePt t="4796" x="9991725" y="1155700"/>
          <p14:tracePt t="4813" x="9999663" y="1155700"/>
          <p14:tracePt t="4830" x="10025063" y="1155700"/>
          <p14:tracePt t="4850" x="10034588" y="1155700"/>
          <p14:tracePt t="4935" x="10017125" y="1147763"/>
          <p14:tracePt t="4942" x="10009188" y="1147763"/>
          <p14:tracePt t="4947" x="10009188" y="1130300"/>
          <p14:tracePt t="4963" x="9983788" y="1130300"/>
          <p14:tracePt t="4965" x="9974263" y="1130300"/>
          <p14:tracePt t="4979" x="9931400" y="1130300"/>
          <p14:tracePt t="4996" x="9855200" y="1112838"/>
          <p14:tracePt t="5012" x="9702800" y="1104900"/>
          <p14:tracePt t="5029" x="9413875" y="1104900"/>
          <p14:tracePt t="5047" x="9023350" y="1104900"/>
          <p14:tracePt t="5047" x="8843963" y="1112838"/>
          <p14:tracePt t="5063" x="8275638" y="1189038"/>
          <p14:tracePt t="5082" x="7416800" y="1282700"/>
          <p14:tracePt t="5096" x="6992938" y="1350963"/>
          <p14:tracePt t="5113" x="6669088" y="1393825"/>
          <p14:tracePt t="5131" x="6202363" y="1452563"/>
          <p14:tracePt t="5145" x="6015038" y="1495425"/>
          <p14:tracePt t="5162" x="5726113" y="1555750"/>
          <p14:tracePt t="5181" x="5089525" y="1622425"/>
          <p14:tracePt t="5195" x="4529138" y="1649413"/>
          <p14:tracePt t="5214" x="3678238" y="1700213"/>
          <p14:tracePt t="5230" x="3389313" y="1716088"/>
          <p14:tracePt t="5247" x="3211513" y="1733550"/>
          <p14:tracePt t="5249" x="3041650" y="1733550"/>
          <p14:tracePt t="5264" x="2838450" y="1733550"/>
          <p14:tracePt t="5279" x="2574925" y="1733550"/>
          <p14:tracePt t="5296" x="2293938" y="1733550"/>
          <p14:tracePt t="5313" x="2005013" y="1733550"/>
          <p14:tracePt t="5315" x="1860550" y="1733550"/>
          <p14:tracePt t="5329" x="1698625" y="1733550"/>
          <p14:tracePt t="5348" x="1546225" y="1733550"/>
          <p14:tracePt t="5363" x="1503363" y="1733550"/>
          <p14:tracePt t="5364" x="1477963" y="1733550"/>
          <p14:tracePt t="5378" x="1435100" y="1733550"/>
          <p14:tracePt t="5395" x="1384300" y="1733550"/>
          <p14:tracePt t="5413" x="1350963" y="1733550"/>
          <p14:tracePt t="5429" x="1308100" y="1733550"/>
          <p14:tracePt t="5445" x="1300163" y="1733550"/>
          <p14:tracePt t="5464" x="1257300" y="1733550"/>
          <p14:tracePt t="5481" x="1249363" y="1716088"/>
          <p14:tracePt t="5497" x="1239838" y="1716088"/>
          <p14:tracePt t="5513" x="1223963" y="1708150"/>
          <p14:tracePt t="5529" x="1198563" y="1700213"/>
          <p14:tracePt t="5546" x="1189038" y="1700213"/>
          <p14:tracePt t="5562" x="1189038" y="1682750"/>
          <p14:tracePt t="5581" x="1181100" y="1674813"/>
          <p14:tracePt t="5600" x="1163638" y="1674813"/>
          <p14:tracePt t="5613" x="1163638" y="1657350"/>
          <p14:tracePt t="5615" x="1155700" y="1657350"/>
          <p14:tracePt t="5630" x="1155700" y="1649413"/>
          <p14:tracePt t="5693" x="1173163" y="1649413"/>
          <p14:tracePt t="5713" x="1181100" y="1649413"/>
          <p14:tracePt t="5719" x="1189038" y="1649413"/>
          <p14:tracePt t="5733" x="1206500" y="1649413"/>
          <p14:tracePt t="5755" x="1214438" y="1649413"/>
          <p14:tracePt t="5769" x="1231900" y="1649413"/>
          <p14:tracePt t="5778" x="1239838" y="1649413"/>
          <p14:tracePt t="5797" x="1249363" y="1649413"/>
          <p14:tracePt t="5812" x="1265238" y="1649413"/>
          <p14:tracePt t="5813" x="1274763" y="1649413"/>
          <p14:tracePt t="5831" x="1290638" y="1649413"/>
          <p14:tracePt t="5846" x="1300163" y="1649413"/>
          <p14:tracePt t="5862" x="1317625" y="1649413"/>
          <p14:tracePt t="5879" x="1325563" y="1649413"/>
          <p14:tracePt t="5899" x="1333500" y="1649413"/>
          <p14:tracePt t="5923" x="1350963" y="1649413"/>
          <p14:tracePt t="5946" x="1358900" y="1649413"/>
          <p14:tracePt t="5972" x="1376363" y="1649413"/>
          <p14:tracePt t="5993" x="1384300" y="1649413"/>
          <p14:tracePt t="6022" x="1401763" y="1649413"/>
          <p14:tracePt t="6057" x="1409700" y="1649413"/>
          <p14:tracePt t="6070" x="1419225" y="1649413"/>
          <p14:tracePt t="6092" x="1435100" y="1649413"/>
          <p14:tracePt t="6097" x="1427163" y="1649413"/>
          <p14:tracePt t="6112" x="1435100" y="1649413"/>
          <p14:tracePt t="6128" x="1444625" y="1649413"/>
          <p14:tracePt t="6147" x="1462088" y="1649413"/>
          <p14:tracePt t="6163" x="1470025" y="1649413"/>
          <p14:tracePt t="6178" x="1477963" y="1649413"/>
          <p14:tracePt t="6196" x="1503363" y="1649413"/>
          <p14:tracePt t="6212" x="1520825" y="1649413"/>
          <p14:tracePt t="6228" x="1528763" y="1649413"/>
          <p14:tracePt t="6245" x="1554163" y="1631950"/>
          <p14:tracePt t="6261" x="1579563" y="1631950"/>
          <p14:tracePt t="6279" x="1606550" y="1631950"/>
          <p14:tracePt t="6281" x="1606550" y="1622425"/>
          <p14:tracePt t="6296" x="1631950" y="1622425"/>
          <p14:tracePt t="6311" x="1639888" y="1622425"/>
          <p14:tracePt t="6329" x="1665288" y="1622425"/>
          <p14:tracePt t="6344" x="1698625" y="1614488"/>
          <p14:tracePt t="6361" x="1716088" y="1614488"/>
          <p14:tracePt t="6380" x="1749425" y="1614488"/>
          <p14:tracePt t="6395" x="1776413" y="1614488"/>
          <p14:tracePt t="6412" x="1809750" y="1614488"/>
          <p14:tracePt t="6413" x="1827213" y="1614488"/>
          <p14:tracePt t="6429" x="1852613" y="1614488"/>
          <p14:tracePt t="6431" x="1860550" y="1614488"/>
          <p14:tracePt t="6444" x="1903413" y="1614488"/>
          <p14:tracePt t="6462" x="1936750" y="1614488"/>
          <p14:tracePt t="6478" x="1962150" y="1614488"/>
          <p14:tracePt t="6480" x="1987550" y="1614488"/>
          <p14:tracePt t="6494" x="2012950" y="1614488"/>
          <p14:tracePt t="6513" x="2081213" y="1614488"/>
          <p14:tracePt t="6528" x="2116138" y="1614488"/>
          <p14:tracePt t="6546" x="2200275" y="1614488"/>
          <p14:tracePt t="6561" x="2225675" y="1614488"/>
          <p14:tracePt t="6563" x="2251075" y="1614488"/>
          <p14:tracePt t="6578" x="2301875" y="1614488"/>
          <p14:tracePt t="6595" x="2362200" y="1614488"/>
          <p14:tracePt t="6597" x="2387600" y="1614488"/>
          <p14:tracePt t="6611" x="2413000" y="1614488"/>
          <p14:tracePt t="6613" x="2463800" y="1614488"/>
          <p14:tracePt t="6627" x="2514600" y="1614488"/>
          <p14:tracePt t="6647" x="2582863" y="1614488"/>
          <p14:tracePt t="6661" x="2633663" y="1614488"/>
          <p14:tracePt t="6677" x="2676525" y="1614488"/>
          <p14:tracePt t="6694" x="2709863" y="1614488"/>
          <p14:tracePt t="6712" x="2744788" y="1614488"/>
          <p14:tracePt t="6730" x="2786063" y="1614488"/>
          <p14:tracePt t="6732" x="2811463" y="1614488"/>
          <p14:tracePt t="6744" x="2854325" y="1614488"/>
          <p14:tracePt t="6760" x="2922588" y="1614488"/>
          <p14:tracePt t="6779" x="3008313" y="1614488"/>
          <p14:tracePt t="6794" x="3074988" y="1614488"/>
          <p14:tracePt t="6811" x="3127375" y="1614488"/>
          <p14:tracePt t="6829" x="3228975" y="1614488"/>
          <p14:tracePt t="6844" x="3279775" y="1614488"/>
          <p14:tracePt t="6862" x="3338513" y="1614488"/>
          <p14:tracePt t="6864" x="3363913" y="1614488"/>
          <p14:tracePt t="6879" x="3414713" y="1614488"/>
          <p14:tracePt t="6894" x="3475038" y="1597025"/>
          <p14:tracePt t="6913" x="3559175" y="1597025"/>
          <p14:tracePt t="6927" x="3627438" y="1597025"/>
          <p14:tracePt t="6945" x="3687763" y="1597025"/>
          <p14:tracePt t="6947" x="3713163" y="1597025"/>
          <p14:tracePt t="6962" x="3781425" y="1597025"/>
          <p14:tracePt t="6978" x="3840163" y="1597025"/>
          <p14:tracePt t="6994" x="3890963" y="1597025"/>
          <p14:tracePt t="7012" x="3976688" y="1581150"/>
          <p14:tracePt t="7028" x="4027488" y="1581150"/>
          <p14:tracePt t="7031" x="4052888" y="1581150"/>
          <p14:tracePt t="7044" x="4070350" y="1581150"/>
          <p14:tracePt t="7060" x="4146550" y="1571625"/>
          <p14:tracePt t="7077" x="4171950" y="1571625"/>
          <p14:tracePt t="7095" x="4256088" y="1571625"/>
          <p14:tracePt t="7110" x="4291013" y="1571625"/>
          <p14:tracePt t="7129" x="4349750" y="1571625"/>
          <p14:tracePt t="7130" x="4375150" y="1555750"/>
          <p14:tracePt t="7145" x="4400550" y="1555750"/>
          <p14:tracePt t="7146" x="4425950" y="1555750"/>
          <p14:tracePt t="7161" x="4503738" y="1538288"/>
          <p14:tracePt t="7179" x="4605338" y="1538288"/>
          <p14:tracePt t="7194" x="4673600" y="1538288"/>
          <p14:tracePt t="7210" x="4732338" y="1538288"/>
          <p14:tracePt t="7229" x="4851400" y="1538288"/>
          <p14:tracePt t="7245" x="4919663" y="1538288"/>
          <p14:tracePt t="7261" x="4953000" y="1538288"/>
          <p14:tracePt t="7263" x="4987925" y="1538288"/>
          <p14:tracePt t="7278" x="5021263" y="1538288"/>
          <p14:tracePt t="7295" x="5064125" y="1538288"/>
          <p14:tracePt t="7297" x="5072063" y="1538288"/>
          <p14:tracePt t="7310" x="5097463" y="1538288"/>
          <p14:tracePt t="7327" x="5165725" y="1538288"/>
          <p14:tracePt t="7344" x="5199063" y="1538288"/>
          <p14:tracePt t="7346" x="5224463" y="1538288"/>
          <p14:tracePt t="7362" x="5284788" y="1538288"/>
          <p14:tracePt t="7378" x="5327650" y="1538288"/>
          <p14:tracePt t="7396" x="5403850" y="1538288"/>
          <p14:tracePt t="7411" x="5429250" y="1546225"/>
          <p14:tracePt t="7412" x="5462588" y="1546225"/>
          <p14:tracePt t="7427" x="5513388" y="1563688"/>
          <p14:tracePt t="7445" x="5581650" y="1563688"/>
          <p14:tracePt t="7460" x="5624513" y="1563688"/>
          <p14:tracePt t="7478" x="5657850" y="1563688"/>
          <p14:tracePt t="7480" x="5683250" y="1571625"/>
          <p14:tracePt t="7495" x="5726113" y="1571625"/>
          <p14:tracePt t="7510" x="5776913" y="1589088"/>
          <p14:tracePt t="7527" x="5827713" y="1597025"/>
          <p14:tracePt t="7544" x="5870575" y="1597025"/>
          <p14:tracePt t="7546" x="5895975" y="1597025"/>
          <p14:tracePt t="7561" x="5938838" y="1614488"/>
          <p14:tracePt t="7564" x="5964238" y="1614488"/>
          <p14:tracePt t="7579" x="5997575" y="1631950"/>
          <p14:tracePt t="7595" x="6057900" y="1631950"/>
          <p14:tracePt t="7611" x="6091238" y="1639888"/>
          <p14:tracePt t="7628" x="6159500" y="1649413"/>
          <p14:tracePt t="7643" x="6219825" y="1657350"/>
          <p14:tracePt t="7660" x="6270625" y="1674813"/>
          <p14:tracePt t="7676" x="6311900" y="1674813"/>
          <p14:tracePt t="7694" x="6364288" y="1682750"/>
          <p14:tracePt t="7711" x="6397625" y="1700213"/>
          <p14:tracePt t="7713" x="6415088" y="1700213"/>
          <p14:tracePt t="7727" x="6440488" y="1708150"/>
          <p14:tracePt t="7743" x="6473825" y="1708150"/>
          <p14:tracePt t="7762" x="6499225" y="1725613"/>
          <p14:tracePt t="7777" x="6534150" y="1725613"/>
          <p14:tracePt t="7793" x="6550025" y="1725613"/>
          <p14:tracePt t="7810" x="6584950" y="1733550"/>
          <p14:tracePt t="7812" x="6610350" y="1733550"/>
          <p14:tracePt t="7826" x="6626225" y="1733550"/>
          <p14:tracePt t="7843" x="6661150" y="1733550"/>
          <p14:tracePt t="7861" x="6729413" y="1733550"/>
          <p14:tracePt t="7877" x="6797675" y="1733550"/>
          <p14:tracePt t="7896" x="6915150" y="1733550"/>
          <p14:tracePt t="7909" x="6983413" y="1733550"/>
          <p14:tracePt t="7926" x="7043738" y="1733550"/>
          <p14:tracePt t="7944" x="7094538" y="1733550"/>
          <p14:tracePt t="7946" x="7119938" y="1733550"/>
          <p14:tracePt t="7960" x="7145338" y="1733550"/>
          <p14:tracePt t="7978" x="7188200" y="1733550"/>
          <p14:tracePt t="7980" x="7213600" y="1733550"/>
          <p14:tracePt t="7993" x="7246938" y="1733550"/>
          <p14:tracePt t="8009" x="7289800" y="1733550"/>
          <p14:tracePt t="8027" x="7348538" y="1733550"/>
          <p14:tracePt t="8042" x="7391400" y="1733550"/>
          <p14:tracePt t="8061" x="7426325" y="1733550"/>
          <p14:tracePt t="8063" x="7459663" y="1733550"/>
          <p14:tracePt t="8077" x="7510463" y="1733550"/>
          <p14:tracePt t="8093" x="7561263" y="1733550"/>
          <p14:tracePt t="8110" x="7621588" y="1733550"/>
          <p14:tracePt t="8127" x="7697788" y="1733550"/>
          <p14:tracePt t="8143" x="7740650" y="1751013"/>
          <p14:tracePt t="8160" x="7807325" y="1751013"/>
          <p14:tracePt t="8162" x="7824788" y="1751013"/>
          <p14:tracePt t="8177" x="7859713" y="1751013"/>
          <p14:tracePt t="8194" x="7885113" y="1751013"/>
          <p14:tracePt t="8196" x="7893050" y="1751013"/>
          <p14:tracePt t="8212" x="7918450" y="1758950"/>
          <p14:tracePt t="8227" x="7943850" y="1758950"/>
          <p14:tracePt t="8244" x="7977188" y="1758950"/>
          <p14:tracePt t="8265" x="7994650" y="1758950"/>
          <p14:tracePt t="8280" x="8004175" y="1758950"/>
          <p14:tracePt t="8295" x="8012113" y="1758950"/>
          <p14:tracePt t="8310" x="8020050" y="1758950"/>
          <p14:tracePt t="8328" x="8029575" y="1758950"/>
          <p14:tracePt t="8344" x="8045450" y="1758950"/>
          <p14:tracePt t="8363" x="8054975" y="1758950"/>
          <p14:tracePt t="8378" x="8080375" y="1758950"/>
          <p14:tracePt t="8394" x="8113713" y="1758950"/>
          <p14:tracePt t="8409" x="8189913" y="1741488"/>
          <p14:tracePt t="8426" x="8224838" y="1733550"/>
          <p14:tracePt t="8442" x="8275638" y="1716088"/>
          <p14:tracePt t="8460" x="8301038" y="1716088"/>
          <p14:tracePt t="8477" x="8326438" y="1708150"/>
          <p14:tracePt t="8492" x="8351838" y="1708150"/>
          <p14:tracePt t="8510" x="8359775" y="1708150"/>
          <p14:tracePt t="8527" x="8369300" y="1708150"/>
          <p14:tracePt t="8542" x="8385175" y="1690688"/>
          <p14:tracePt t="8561" x="8385175" y="1682750"/>
          <p14:tracePt t="8575" x="8394700" y="1682750"/>
          <p14:tracePt t="8594" x="8394700" y="1657350"/>
          <p14:tracePt t="8611" x="8394700" y="1631950"/>
          <p14:tracePt t="8625" x="8351838" y="1606550"/>
          <p14:tracePt t="8643" x="8054975" y="1477963"/>
          <p14:tracePt t="8659" x="7239000" y="1411288"/>
          <p14:tracePt t="8677" x="6899275" y="1411288"/>
          <p14:tracePt t="8679" x="6831013" y="1393825"/>
          <p14:tracePt t="8694" x="6754813" y="1393825"/>
          <p14:tracePt t="8710" x="6626225" y="1393825"/>
          <p14:tracePt t="8727" x="6516688" y="1401763"/>
          <p14:tracePt t="8729" x="6430963" y="1401763"/>
          <p14:tracePt t="8744" x="6167438" y="1419225"/>
          <p14:tracePt t="8758" x="5853113" y="1462088"/>
          <p14:tracePt t="8776" x="5522913" y="1555750"/>
          <p14:tracePt t="8794" x="5224463" y="1606550"/>
          <p14:tracePt t="8809" x="5021263" y="1631950"/>
          <p14:tracePt t="8827" x="4818063" y="1665288"/>
          <p14:tracePt t="8842" x="4706938" y="1665288"/>
          <p14:tracePt t="8859" x="4630738" y="1665288"/>
          <p14:tracePt t="8876" x="4494213" y="1716088"/>
          <p14:tracePt t="8879" x="4451350" y="1733550"/>
          <p14:tracePt t="8892" x="4341813" y="1766888"/>
          <p14:tracePt t="8909" x="4205288" y="1793875"/>
          <p14:tracePt t="8926" x="4129088" y="1793875"/>
          <p14:tracePt t="8927" x="4086225" y="1793875"/>
          <p14:tracePt t="8942" x="4010025" y="1809750"/>
          <p14:tracePt t="8961" x="3873500" y="1827213"/>
          <p14:tracePt t="8975" x="3781425" y="1844675"/>
          <p14:tracePt t="8992" x="3644900" y="1878013"/>
          <p14:tracePt t="9011" x="3373438" y="1911350"/>
          <p14:tracePt t="9026" x="3203575" y="1928813"/>
          <p14:tracePt t="9042" x="3127375" y="1946275"/>
          <p14:tracePt t="9059" x="3059113" y="1954213"/>
          <p14:tracePt t="9075" x="3041650" y="1971675"/>
          <p14:tracePt t="9092" x="3024188" y="1971675"/>
          <p14:tracePt t="9110" x="2990850" y="1971675"/>
          <p14:tracePt t="9127" x="2965450" y="1979613"/>
          <p14:tracePt t="9144" x="2940050" y="1989138"/>
          <p14:tracePt t="9159" x="2914650" y="2005013"/>
          <p14:tracePt t="9176" x="2889250" y="2005013"/>
          <p14:tracePt t="9193" x="2854325" y="2030413"/>
          <p14:tracePt t="9208" x="2811463" y="2039938"/>
          <p14:tracePt t="9228" x="2778125" y="2065338"/>
          <p14:tracePt t="9242" x="2752725" y="2065338"/>
          <p14:tracePt t="9259" x="2727325" y="2073275"/>
          <p14:tracePt t="9276" x="2701925" y="2090738"/>
          <p14:tracePt t="9292" x="2684463" y="2098675"/>
          <p14:tracePt t="9309" x="2684463" y="2116138"/>
          <p14:tracePt t="9326" x="2668588" y="2116138"/>
          <p14:tracePt t="9656" x="2871788" y="2116138"/>
          <p14:tracePt t="9661" x="3186113" y="2116138"/>
          <p14:tracePt t="9674" x="3492500" y="2116138"/>
          <p14:tracePt t="9692" x="4367213" y="2116138"/>
          <p14:tracePt t="9710" x="4681538" y="2098675"/>
          <p14:tracePt t="9712" x="4775200" y="2108200"/>
          <p14:tracePt t="9725" x="4868863" y="2108200"/>
          <p14:tracePt t="9727" x="4953000" y="2124075"/>
          <p14:tracePt t="9742" x="5132388" y="2124075"/>
          <p14:tracePt t="9760" x="5310188" y="2141538"/>
          <p14:tracePt t="9774" x="5386388" y="2141538"/>
          <p14:tracePt t="9792" x="5421313" y="2141538"/>
          <p14:tracePt t="9794" x="5421313" y="2159000"/>
          <p14:tracePt t="9809" x="5462588" y="2159000"/>
          <p14:tracePt t="9825" x="5487988" y="2166938"/>
          <p14:tracePt t="9841" x="5522913" y="2166938"/>
          <p14:tracePt t="9859" x="5573713" y="2174875"/>
          <p14:tracePt t="9874" x="5624513" y="2192338"/>
          <p14:tracePt t="9893" x="5708650" y="2192338"/>
          <p14:tracePt t="9908" x="5786438" y="2209800"/>
          <p14:tracePt t="9925" x="5862638" y="2217738"/>
          <p14:tracePt t="9943" x="6015038" y="2227263"/>
          <p14:tracePt t="9957" x="6126163" y="2227263"/>
          <p14:tracePt t="9977" x="6311900" y="2227263"/>
          <p14:tracePt t="9992" x="6380163" y="2227263"/>
          <p14:tracePt t="9994" x="6405563" y="2227263"/>
          <p14:tracePt t="10009" x="6473825" y="2227263"/>
          <p14:tracePt t="10025" x="6499225" y="2227263"/>
          <p14:tracePt t="10041" x="6524625" y="2227263"/>
          <p14:tracePt t="10058" x="6550025" y="2227263"/>
          <p14:tracePt t="10074" x="6567488" y="2227263"/>
          <p14:tracePt t="10092" x="6584950" y="2227263"/>
          <p14:tracePt t="10108" x="6600825" y="2227263"/>
          <p14:tracePt t="10125" x="6626225" y="2227263"/>
          <p14:tracePt t="10141" x="6635750" y="2227263"/>
          <p14:tracePt t="10167" x="6653213" y="2227263"/>
          <p14:tracePt t="10202" x="6661150" y="2227263"/>
          <p14:tracePt t="10208" x="6669088" y="2227263"/>
          <p14:tracePt t="10244" x="6686550" y="2227263"/>
          <p14:tracePt t="10286" x="6678613" y="2227263"/>
          <p14:tracePt t="10292" x="6686550" y="2227263"/>
          <p14:tracePt t="10306" x="6678613" y="2227263"/>
          <p14:tracePt t="10324" x="6669088" y="2227263"/>
          <p14:tracePt t="10651" x="6797675" y="2227263"/>
          <p14:tracePt t="10664" x="7188200" y="2227263"/>
          <p14:tracePt t="10673" x="7332663" y="2227263"/>
          <p14:tracePt t="10690" x="7459663" y="2243138"/>
          <p14:tracePt t="10708" x="7637463" y="2243138"/>
          <p14:tracePt t="10708" x="7680325" y="2243138"/>
          <p14:tracePt t="10724" x="7791450" y="2243138"/>
          <p14:tracePt t="10741" x="7885113" y="2260600"/>
          <p14:tracePt t="10757" x="7961313" y="2260600"/>
          <p14:tracePt t="10774" x="8070850" y="2260600"/>
          <p14:tracePt t="10791" x="8250238" y="2260600"/>
          <p14:tracePt t="10807" x="8359775" y="2260600"/>
          <p14:tracePt t="10824" x="8470900" y="2252663"/>
          <p14:tracePt t="10841" x="8623300" y="2252663"/>
          <p14:tracePt t="10857" x="8666163" y="2252663"/>
          <p14:tracePt t="10876" x="8742363" y="2252663"/>
          <p14:tracePt t="10891" x="8767763" y="2252663"/>
          <p14:tracePt t="10908" x="8777288" y="2252663"/>
          <p14:tracePt t="10924" x="8802688" y="2252663"/>
          <p14:tracePt t="10941" x="8810625" y="2252663"/>
          <p14:tracePt t="10957" x="8828088" y="2252663"/>
          <p14:tracePt t="10974" x="8836025" y="2252663"/>
          <p14:tracePt t="10975" x="8853488" y="2252663"/>
          <p14:tracePt t="10992" x="8861425" y="2252663"/>
          <p14:tracePt t="10994" x="8878888" y="2252663"/>
          <p14:tracePt t="11016" x="8886825" y="2252663"/>
          <p14:tracePt t="11029" x="8894763" y="2252663"/>
          <p14:tracePt t="11040" x="8912225" y="2252663"/>
          <p14:tracePt t="11058" x="8937625" y="2252663"/>
          <p14:tracePt t="11074" x="8947150" y="2252663"/>
          <p14:tracePt t="11091" x="8963025" y="2252663"/>
          <p14:tracePt t="11107" x="8972550" y="2252663"/>
          <p14:tracePt t="11124" x="8980488" y="2252663"/>
          <p14:tracePt t="11142" x="9005888" y="2252663"/>
          <p14:tracePt t="11156" x="9023350" y="2252663"/>
          <p14:tracePt t="11173" x="9031288" y="2252663"/>
          <p14:tracePt t="11192" x="9039225" y="2252663"/>
          <p14:tracePt t="11233" x="9039225" y="2235200"/>
          <p14:tracePt t="12364" x="8921750" y="2235200"/>
          <p14:tracePt t="12375" x="8750300" y="2235200"/>
          <p14:tracePt t="12389" x="8462963" y="2235200"/>
          <p14:tracePt t="12406" x="8054975" y="2293938"/>
          <p14:tracePt t="12423" x="7859713" y="2371725"/>
          <p14:tracePt t="12440" x="7527925" y="2447925"/>
          <p14:tracePt t="12456" x="7221538" y="2574925"/>
          <p14:tracePt t="12475" x="6686550" y="2778125"/>
          <p14:tracePt t="12490" x="6364288" y="2846388"/>
          <p14:tracePt t="12505" x="5989638" y="2863850"/>
          <p14:tracePt t="12524" x="5708650" y="2897188"/>
          <p14:tracePt t="12539" x="5565775" y="2914650"/>
          <p14:tracePt t="12555" x="5487988" y="2932113"/>
          <p14:tracePt t="12574" x="5353050" y="2949575"/>
          <p14:tracePt t="12589" x="5259388" y="2965450"/>
          <p14:tracePt t="12606" x="5132388" y="2974975"/>
          <p14:tracePt t="12608" x="5064125" y="2974975"/>
          <p14:tracePt t="12623" x="4995863" y="2974975"/>
          <p14:tracePt t="12640" x="4919663" y="2990850"/>
          <p14:tracePt t="12643" x="4894263" y="2990850"/>
          <p14:tracePt t="12656" x="4868863" y="2990850"/>
          <p14:tracePt t="12672" x="4765675" y="3008313"/>
          <p14:tracePt t="12690" x="4689475" y="3008313"/>
          <p14:tracePt t="12692" x="4646613" y="3025775"/>
          <p14:tracePt t="12707" x="4537075" y="3025775"/>
          <p14:tracePt t="12723" x="4425950" y="3025775"/>
          <p14:tracePt t="12740" x="4316413" y="3025775"/>
          <p14:tracePt t="12742" x="4248150" y="3016250"/>
          <p14:tracePt t="12756" x="4205288" y="3016250"/>
          <p14:tracePt t="12758" x="4137025" y="3016250"/>
          <p14:tracePt t="12772" x="4010025" y="3000375"/>
          <p14:tracePt t="12788" x="3916363" y="3000375"/>
          <p14:tracePt t="12806" x="3781425" y="2982913"/>
          <p14:tracePt t="12823" x="3729038" y="2965450"/>
          <p14:tracePt t="12825" x="3713163" y="2965450"/>
          <p14:tracePt t="12840" x="3644900" y="2940050"/>
          <p14:tracePt t="12855" x="3602038" y="2940050"/>
          <p14:tracePt t="12872" x="3586163" y="2914650"/>
          <p14:tracePt t="12890" x="3517900" y="2906713"/>
          <p14:tracePt t="12906" x="3467100" y="2889250"/>
          <p14:tracePt t="12923" x="3424238" y="2863850"/>
          <p14:tracePt t="12925" x="3406775" y="2863850"/>
          <p14:tracePt t="12939" x="3373438" y="2838450"/>
          <p14:tracePt t="12956" x="3313113" y="2805113"/>
          <p14:tracePt t="12972" x="3262313" y="2795588"/>
          <p14:tracePt t="12989" x="3194050" y="2752725"/>
          <p14:tracePt t="13006" x="3152775" y="2727325"/>
          <p14:tracePt t="13022" x="3100388" y="2711450"/>
          <p14:tracePt t="13025" x="3084513" y="2701925"/>
          <p14:tracePt t="13039" x="3049588" y="2676525"/>
          <p14:tracePt t="13056" x="3024188" y="2651125"/>
          <p14:tracePt t="13058" x="2990850" y="2651125"/>
          <p14:tracePt t="13072" x="2973388" y="2625725"/>
          <p14:tracePt t="13088" x="2947988" y="2608263"/>
          <p14:tracePt t="13105" x="2930525" y="2600325"/>
          <p14:tracePt t="13122" x="2905125" y="2592388"/>
          <p14:tracePt t="13138" x="2871788" y="2574925"/>
          <p14:tracePt t="13156" x="2863850" y="2574925"/>
          <p14:tracePt t="13158" x="2863850" y="2566988"/>
          <p14:tracePt t="13172" x="2838450" y="2566988"/>
          <p14:tracePt t="13190" x="2811463" y="2557463"/>
          <p14:tracePt t="13205" x="2795588" y="2549525"/>
          <p14:tracePt t="13221" x="2786063" y="2541588"/>
          <p14:tracePt t="13239" x="2778125" y="2524125"/>
          <p14:tracePt t="13254" x="2760663" y="2524125"/>
          <p14:tracePt t="13835" x="2752725" y="2524125"/>
          <p14:tracePt t="13842" x="2735263" y="2524125"/>
          <p14:tracePt t="13854" x="2735263" y="2532063"/>
          <p14:tracePt t="13870" x="2727325" y="2532063"/>
          <p14:tracePt t="13887" x="2709863" y="2541588"/>
          <p14:tracePt t="13904" x="2701925" y="2541588"/>
          <p14:tracePt t="13920" x="2701925" y="2557463"/>
          <p14:tracePt t="13937" x="2693988" y="2566988"/>
          <p14:tracePt t="13954" x="2693988" y="2592388"/>
          <p14:tracePt t="13955" x="2693988" y="2600325"/>
          <p14:tracePt t="13970" x="2693988" y="2617788"/>
          <p14:tracePt t="13986" x="2693988" y="2633663"/>
          <p14:tracePt t="14003" x="2693988" y="2660650"/>
          <p14:tracePt t="14020" x="2693988" y="2686050"/>
          <p14:tracePt t="14037" x="2693988" y="2711450"/>
          <p14:tracePt t="14056" x="2701925" y="2736850"/>
          <p14:tracePt t="14071" x="2701925" y="2744788"/>
          <p14:tracePt t="14089" x="2701925" y="2762250"/>
          <p14:tracePt t="14104" x="2701925" y="2770188"/>
          <p14:tracePt t="14122" x="2701925" y="2787650"/>
          <p14:tracePt t="14123" x="2719388" y="2787650"/>
          <p14:tracePt t="14138" x="2719388" y="2805113"/>
          <p14:tracePt t="14158" x="2719388" y="2820988"/>
          <p14:tracePt t="14171" x="2719388" y="2830513"/>
          <p14:tracePt t="14187" x="2719388" y="2881313"/>
          <p14:tracePt t="14205" x="2719388" y="2897188"/>
          <p14:tracePt t="14207" x="2719388" y="2922588"/>
          <p14:tracePt t="14222" x="2719388" y="2932113"/>
          <p14:tracePt t="14238" x="2719388" y="2957513"/>
          <p14:tracePt t="14255" x="2719388" y="2982913"/>
          <p14:tracePt t="14272" x="2719388" y="3008313"/>
          <p14:tracePt t="14287" x="2719388" y="3016250"/>
          <p14:tracePt t="14305" x="2719388" y="3025775"/>
          <p14:tracePt t="14321" x="2719388" y="3051175"/>
          <p14:tracePt t="14348" x="2719388" y="3067050"/>
          <p14:tracePt t="14362" x="2719388" y="3076575"/>
          <p14:tracePt t="14398" x="2719388" y="3084513"/>
          <p14:tracePt t="14404" x="2719388" y="3101975"/>
          <p14:tracePt t="14410" x="2719388" y="3109913"/>
          <p14:tracePt t="14421" x="2719388" y="3135313"/>
          <p14:tracePt t="14439" x="2727325" y="3186113"/>
          <p14:tracePt t="14454" x="2727325" y="3211513"/>
          <p14:tracePt t="14455" x="2727325" y="3228975"/>
          <p14:tracePt t="14471" x="2727325" y="3254375"/>
          <p14:tracePt t="14473" x="2727325" y="3263900"/>
          <p14:tracePt t="14486" x="2727325" y="3271838"/>
          <p14:tracePt t="14504" x="2727325" y="3297238"/>
          <p14:tracePt t="14522" x="2727325" y="3314700"/>
          <p14:tracePt t="14538" x="2727325" y="3322638"/>
          <p14:tracePt t="14566" x="2727325" y="3340100"/>
          <p14:tracePt t="14579" x="2727325" y="3348038"/>
          <p14:tracePt t="15225" x="2727325" y="3373438"/>
          <p14:tracePt t="15238" x="2727325" y="3408363"/>
          <p14:tracePt t="15253" x="2727325" y="3449638"/>
          <p14:tracePt t="15269" x="2727325" y="3475038"/>
          <p14:tracePt t="15287" x="2727325" y="3502025"/>
          <p14:tracePt t="15288" x="2727325" y="3509963"/>
          <p14:tracePt t="15304" x="2727325" y="3535363"/>
          <p14:tracePt t="15320" x="2727325" y="3543300"/>
          <p14:tracePt t="15323" x="2727325" y="3560763"/>
          <p14:tracePt t="15337" x="2727325" y="3586163"/>
          <p14:tracePt t="15353" x="2727325" y="3594100"/>
          <p14:tracePt t="15369" x="2727325" y="3611563"/>
          <p14:tracePt t="15387" x="2727325" y="3629025"/>
          <p14:tracePt t="15407" x="2727325" y="3646488"/>
          <p14:tracePt t="15422" x="2727325" y="3654425"/>
          <p14:tracePt t="15442" x="2727325" y="3671888"/>
          <p14:tracePt t="15452" x="2727325" y="3662363"/>
          <p14:tracePt t="15471" x="2727325" y="3671888"/>
          <p14:tracePt t="15487" x="2727325" y="3679825"/>
          <p14:tracePt t="15503" x="2727325" y="3697288"/>
          <p14:tracePt t="15526" x="2727325" y="3705225"/>
          <p14:tracePt t="15540" x="2727325" y="3713163"/>
          <p14:tracePt t="15583" x="2727325" y="3730625"/>
          <p14:tracePt t="15597" x="2727325" y="3738563"/>
          <p14:tracePt t="15639" x="2727325" y="3756025"/>
          <p14:tracePt t="15660" x="2727325" y="3763963"/>
          <p14:tracePt t="15674" x="2727325" y="3773488"/>
          <p14:tracePt t="15793" x="2727325" y="3790950"/>
          <p14:tracePt t="16396" x="2727325" y="3816350"/>
          <p14:tracePt t="16403" x="2727325" y="3824288"/>
          <p14:tracePt t="16419" x="2727325" y="3883025"/>
          <p14:tracePt t="16435" x="2727325" y="3951288"/>
          <p14:tracePt t="16452" x="2727325" y="4019550"/>
          <p14:tracePt t="16469" x="2727325" y="4044950"/>
          <p14:tracePt t="16487" x="2727325" y="4087813"/>
          <p14:tracePt t="16502" x="2727325" y="4105275"/>
          <p14:tracePt t="16504" x="2727325" y="4113213"/>
          <p14:tracePt t="16518" x="2727325" y="4138613"/>
          <p14:tracePt t="16535" x="2727325" y="4164013"/>
          <p14:tracePt t="16552" x="2727325" y="4189413"/>
          <p14:tracePt t="16570" x="2727325" y="4197350"/>
          <p14:tracePt t="16586" x="2727325" y="4214813"/>
          <p14:tracePt t="16588" x="2727325" y="4224338"/>
          <p14:tracePt t="16602" x="2727325" y="4240213"/>
          <p14:tracePt t="16620" x="2727325" y="4257675"/>
          <p14:tracePt t="16636" x="2727325" y="4275138"/>
          <p14:tracePt t="16651" x="2727325" y="4283075"/>
          <p14:tracePt t="16669" x="2727325" y="4300538"/>
          <p14:tracePt t="16685" x="2727325" y="4308475"/>
          <p14:tracePt t="16725" x="2727325" y="4316413"/>
          <p14:tracePt t="16747" x="2727325" y="4333875"/>
          <p14:tracePt t="16775" x="2727325" y="4341813"/>
          <p14:tracePt t="16860" x="2727325" y="4359275"/>
          <p14:tracePt t="16874" x="2727325" y="4368800"/>
          <p14:tracePt t="17827" x="2727325" y="4394200"/>
          <p14:tracePt t="17835" x="2727325" y="4419600"/>
          <p14:tracePt t="17850" x="2727325" y="4460875"/>
          <p14:tracePt t="17866" x="2727325" y="4486275"/>
          <p14:tracePt t="17884" x="2727325" y="4538663"/>
          <p14:tracePt t="17901" x="2727325" y="4546600"/>
          <p14:tracePt t="17919" x="2727325" y="4597400"/>
          <p14:tracePt t="17935" x="2727325" y="4605338"/>
          <p14:tracePt t="17951" x="2727325" y="4630738"/>
          <p14:tracePt t="17954" x="2727325" y="4648200"/>
          <p14:tracePt t="17969" x="2727325" y="4657725"/>
          <p14:tracePt t="17983" x="2727325" y="4683125"/>
          <p14:tracePt t="18001" x="2727325" y="4691063"/>
          <p14:tracePt t="18002" x="2727325" y="4708525"/>
          <p14:tracePt t="18019" x="2727325" y="4733925"/>
          <p14:tracePt t="18034" x="2727325" y="4741863"/>
          <p14:tracePt t="18053" x="2727325" y="4767263"/>
          <p14:tracePt t="18068" x="2744788" y="4792663"/>
          <p14:tracePt t="18084" x="2744788" y="4818063"/>
          <p14:tracePt t="18102" x="2744788" y="4835525"/>
          <p14:tracePt t="18116" x="2744788" y="4852988"/>
          <p14:tracePt t="18134" x="2744788" y="4860925"/>
          <p14:tracePt t="18150" x="2744788" y="4878388"/>
          <p14:tracePt t="18151" x="2744788" y="4886325"/>
          <p14:tracePt t="18170" x="2744788" y="4903788"/>
          <p14:tracePt t="18198" x="2744788" y="4911725"/>
          <p14:tracePt t="18220" x="2744788" y="4919663"/>
          <p14:tracePt t="18256" x="2744788" y="4937125"/>
          <p14:tracePt t="18958" x="2770188" y="4929188"/>
          <p14:tracePt t="18966" x="2838450" y="4894263"/>
          <p14:tracePt t="18970" x="2930525" y="4860925"/>
          <p14:tracePt t="18982" x="2982913" y="4827588"/>
          <p14:tracePt t="19002" x="3279775" y="4622800"/>
          <p14:tracePt t="19016" x="3543300" y="4359275"/>
          <p14:tracePt t="19032" x="3865563" y="4037013"/>
          <p14:tracePt t="19048" x="4256088" y="3646488"/>
          <p14:tracePt t="19066" x="4529138" y="3373438"/>
          <p14:tracePt t="19082" x="4630738" y="3254375"/>
          <p14:tracePt t="19099" x="4859338" y="3041650"/>
          <p14:tracePt t="19117" x="4919663" y="2965450"/>
          <p14:tracePt t="19120" x="4953000" y="2897188"/>
          <p14:tracePt t="19133" x="4995863" y="2838450"/>
          <p14:tracePt t="19150" x="5046663" y="2778125"/>
          <p14:tracePt t="19166" x="5089525" y="2719388"/>
          <p14:tracePt t="19168" x="5097463" y="2719388"/>
          <p14:tracePt t="19183" x="5122863" y="2686050"/>
          <p14:tracePt t="19202" x="5165725" y="2660650"/>
          <p14:tracePt t="19204" x="5173663" y="2643188"/>
          <p14:tracePt t="19218" x="5216525" y="2633663"/>
          <p14:tracePt t="19232" x="5241925" y="2617788"/>
          <p14:tracePt t="19250" x="5267325" y="2592388"/>
          <p14:tracePt t="19267" x="5318125" y="2582863"/>
          <p14:tracePt t="19282" x="5343525" y="2566988"/>
          <p14:tracePt t="19301" x="5411788" y="2524125"/>
          <p14:tracePt t="19315" x="5446713" y="2498725"/>
          <p14:tracePt t="19333" x="5513388" y="2489200"/>
          <p14:tracePt t="19350" x="5556250" y="2463800"/>
          <p14:tracePt t="19354" x="5581650" y="2463800"/>
          <p14:tracePt t="19365" x="5616575" y="2430463"/>
          <p14:tracePt t="19383" x="5649913" y="2422525"/>
          <p14:tracePt t="19400" x="5657850" y="2422525"/>
          <p14:tracePt t="19402" x="5675313" y="2422525"/>
          <p14:tracePt t="19416" x="5683250" y="2413000"/>
          <p14:tracePt t="19434" x="5708650" y="2413000"/>
          <p14:tracePt t="19449" x="5726113" y="2413000"/>
          <p14:tracePt t="19466" x="5751513" y="2413000"/>
          <p14:tracePt t="19484" x="5761038" y="2413000"/>
          <p14:tracePt t="19500" x="5768975" y="2413000"/>
          <p14:tracePt t="19515" x="5786438" y="2413000"/>
          <p14:tracePt t="19534" x="5811838" y="2413000"/>
          <p14:tracePt t="19548" x="5819775" y="2413000"/>
          <p14:tracePt t="19567" x="5827713" y="2422525"/>
          <p14:tracePt t="19582" x="5837238" y="2422525"/>
          <p14:tracePt t="19585" x="5837238" y="2438400"/>
          <p14:tracePt t="19599" x="5845175" y="2447925"/>
          <p14:tracePt t="19617" x="5870575" y="2463800"/>
          <p14:tracePt t="19638" x="5870575" y="2473325"/>
          <p14:tracePt t="19651" x="5880100" y="2473325"/>
          <p14:tracePt t="19681" x="5895975" y="2489200"/>
          <p14:tracePt t="19701" x="5905500" y="2498725"/>
          <p14:tracePt t="19717" x="5905500" y="2506663"/>
          <p14:tracePt t="19735" x="5913438" y="2506663"/>
          <p14:tracePt t="19750" x="5930900" y="2506663"/>
          <p14:tracePt t="19756" x="5930900" y="2524125"/>
          <p14:tracePt t="20326" x="5930900" y="2532063"/>
          <p14:tracePt t="20340" x="5930900" y="2549525"/>
          <p14:tracePt t="20363" x="5956300" y="2574925"/>
          <p14:tracePt t="20366" x="5956300" y="2582863"/>
          <p14:tracePt t="20381" x="5956300" y="2592388"/>
          <p14:tracePt t="20403" x="5964238" y="2608263"/>
          <p14:tracePt t="20416" x="5964238" y="2617788"/>
          <p14:tracePt t="20431" x="5981700" y="2617788"/>
          <p14:tracePt t="20448" x="5989638" y="2633663"/>
          <p14:tracePt t="20464" x="5989638" y="2643188"/>
          <p14:tracePt t="20486" x="5989638" y="2651125"/>
          <p14:tracePt t="20522" x="5989638" y="2668588"/>
          <p14:tracePt t="20541" x="5989638" y="2676525"/>
          <p14:tracePt t="20562" x="5997575" y="2693988"/>
          <p14:tracePt t="20796" x="6015038" y="2693988"/>
          <p14:tracePt t="20815" x="6024563" y="2701925"/>
          <p14:tracePt t="20831" x="6040438" y="2701925"/>
          <p14:tracePt t="20832" x="6049963" y="2701925"/>
          <p14:tracePt t="20847" x="6235700" y="2736850"/>
          <p14:tracePt t="20865" x="6745288" y="2787650"/>
          <p14:tracePt t="20881" x="7459663" y="2855913"/>
          <p14:tracePt t="20897" x="7832725" y="2855913"/>
          <p14:tracePt t="20916" x="8258175" y="2855913"/>
          <p14:tracePt t="20932" x="8488363" y="2855913"/>
          <p14:tracePt t="20950" x="8785225" y="2871788"/>
          <p14:tracePt t="20964" x="8904288" y="2897188"/>
          <p14:tracePt t="20965" x="9023350" y="2914650"/>
          <p14:tracePt t="20982" x="9150350" y="2914650"/>
          <p14:tracePt t="20985" x="9209088" y="2914650"/>
          <p14:tracePt t="20998" x="9261475" y="2914650"/>
          <p14:tracePt t="21015" x="9328150" y="2914650"/>
          <p14:tracePt t="21032" x="9353550" y="2914650"/>
          <p14:tracePt t="21049" x="9380538" y="2914650"/>
          <p14:tracePt t="21065" x="9388475" y="2914650"/>
          <p14:tracePt t="21081" x="9405938" y="2914650"/>
          <p14:tracePt t="21098" x="9431338" y="2914650"/>
          <p14:tracePt t="21114" x="9447213" y="2914650"/>
          <p14:tracePt t="21133" x="9464675" y="2914650"/>
          <p14:tracePt t="21147" x="9472613" y="2906713"/>
          <p14:tracePt t="21165" x="9490075" y="2906713"/>
          <p14:tracePt t="21167" x="9498013" y="2897188"/>
          <p14:tracePt t="21182" x="9507538" y="2897188"/>
          <p14:tracePt t="21198" x="9507538" y="2889250"/>
          <p14:tracePt t="21214" x="9523413" y="2889250"/>
          <p14:tracePt t="21231" x="9532938" y="2889250"/>
          <p14:tracePt t="21248" x="9550400" y="2889250"/>
          <p14:tracePt t="21266" x="9558338" y="2871788"/>
          <p14:tracePt t="21286" x="9558338" y="2863850"/>
          <p14:tracePt t="21300" x="9575800" y="2863850"/>
          <p14:tracePt t="21314" x="9575800" y="2846388"/>
          <p14:tracePt t="21344" x="9575800" y="2838450"/>
          <p14:tracePt t="21365" x="9575800" y="2820988"/>
          <p14:tracePt t="21370" x="9575800" y="2830513"/>
          <p14:tracePt t="21381" x="9575800" y="2820988"/>
          <p14:tracePt t="21405" x="9575800" y="2813050"/>
          <p14:tracePt t="21433" x="9575800" y="2805113"/>
          <p14:tracePt t="21454" x="9575800" y="2787650"/>
          <p14:tracePt t="21498" x="9575800" y="2778125"/>
          <p14:tracePt t="22221" x="9558338" y="2778125"/>
          <p14:tracePt t="22239" x="9498013" y="2778125"/>
          <p14:tracePt t="22246" x="9472613" y="2778125"/>
          <p14:tracePt t="22263" x="9405938" y="2813050"/>
          <p14:tracePt t="22280" x="9328150" y="2838450"/>
          <p14:tracePt t="22282" x="9302750" y="2838450"/>
          <p14:tracePt t="22297" x="9193213" y="2871788"/>
          <p14:tracePt t="22313" x="9099550" y="2897188"/>
          <p14:tracePt t="22332" x="8894763" y="2990850"/>
          <p14:tracePt t="22346" x="8861425" y="3000375"/>
          <p14:tracePt t="22348" x="8793163" y="3033713"/>
          <p14:tracePt t="22364" x="8683625" y="3067050"/>
          <p14:tracePt t="22380" x="8605838" y="3101975"/>
          <p14:tracePt t="22396" x="8504238" y="3127375"/>
          <p14:tracePt t="22413" x="8428038" y="3144838"/>
          <p14:tracePt t="22431" x="8291513" y="3170238"/>
          <p14:tracePt t="22446" x="8181975" y="3203575"/>
          <p14:tracePt t="22465" x="8062913" y="3221038"/>
          <p14:tracePt t="22480" x="8004175" y="3238500"/>
          <p14:tracePt t="22497" x="7951788" y="3238500"/>
          <p14:tracePt t="22513" x="7935913" y="3246438"/>
          <p14:tracePt t="22531" x="7900988" y="3246438"/>
          <p14:tracePt t="22548" x="7875588" y="3263900"/>
          <p14:tracePt t="22550" x="7859713" y="3263900"/>
          <p14:tracePt t="22565" x="7824788" y="3271838"/>
          <p14:tracePt t="22580" x="7799388" y="3271838"/>
          <p14:tracePt t="22597" x="7773988" y="3271838"/>
          <p14:tracePt t="22614" x="7740650" y="3271838"/>
          <p14:tracePt t="22630" x="7715250" y="3271838"/>
          <p14:tracePt t="22646" x="7688263" y="3271838"/>
          <p14:tracePt t="22664" x="7637463" y="3271838"/>
          <p14:tracePt t="22679" x="7604125" y="3271838"/>
          <p14:tracePt t="22698" x="7561263" y="3271838"/>
          <p14:tracePt t="22712" x="7518400" y="3271838"/>
          <p14:tracePt t="22731" x="7485063" y="3271838"/>
          <p14:tracePt t="22746" x="7459663" y="3271838"/>
          <p14:tracePt t="22764" x="7434263" y="3271838"/>
          <p14:tracePt t="22766" x="7426325" y="3271838"/>
          <p14:tracePt t="22781" x="7408863" y="3271838"/>
          <p14:tracePt t="22796" x="7391400" y="3271838"/>
          <p14:tracePt t="22814" x="7373938" y="3271838"/>
          <p14:tracePt t="22816" x="7366000" y="3271838"/>
          <p14:tracePt t="22830" x="7340600" y="3271838"/>
          <p14:tracePt t="22846" x="7332663" y="3271838"/>
          <p14:tracePt t="22865" x="7307263" y="3271838"/>
          <p14:tracePt t="22880" x="7289800" y="3271838"/>
          <p14:tracePt t="22895" x="7281863" y="3271838"/>
          <p14:tracePt t="22913" x="7256463" y="3271838"/>
          <p14:tracePt t="22929" x="7229475" y="3271838"/>
          <p14:tracePt t="22947" x="7204075" y="3271838"/>
          <p14:tracePt t="22949" x="7196138" y="3271838"/>
          <p14:tracePt t="22964" x="7153275" y="3271838"/>
          <p14:tracePt t="22980" x="7127875" y="3271838"/>
          <p14:tracePt t="22996" x="7094538" y="3271838"/>
          <p14:tracePt t="23014" x="7043738" y="3271838"/>
          <p14:tracePt t="23029" x="7018338" y="3271838"/>
          <p14:tracePt t="23048" x="6983413" y="3271838"/>
          <p14:tracePt t="23062" x="6958013" y="3271838"/>
          <p14:tracePt t="23080" x="6932613" y="3271838"/>
          <p14:tracePt t="23083" x="6924675" y="3271838"/>
          <p14:tracePt t="23097" x="6889750" y="3271838"/>
          <p14:tracePt t="23112" x="6881813" y="3271838"/>
          <p14:tracePt t="23131" x="6848475" y="3271838"/>
          <p14:tracePt t="23147" x="6831013" y="3271838"/>
          <p14:tracePt t="23163" x="6823075" y="3271838"/>
          <p14:tracePt t="23165" x="6813550" y="3271838"/>
          <p14:tracePt t="23181" x="6797675" y="3271838"/>
          <p14:tracePt t="23196" x="6788150" y="3271838"/>
          <p14:tracePt t="23230" x="6770688" y="3271838"/>
          <p14:tracePt t="23245" x="6780213" y="3271838"/>
          <p14:tracePt t="23699" x="6813550" y="3271838"/>
          <p14:tracePt t="23708" x="6864350" y="3271838"/>
          <p14:tracePt t="23712" x="6907213" y="3271838"/>
          <p14:tracePt t="23729" x="7000875" y="3271838"/>
          <p14:tracePt t="23746" x="7112000" y="3271838"/>
          <p14:tracePt t="23749" x="7170738" y="3271838"/>
          <p14:tracePt t="23763" x="7297738" y="3271838"/>
          <p14:tracePt t="23778" x="7485063" y="3246438"/>
          <p14:tracePt t="23797" x="7697788" y="3228975"/>
          <p14:tracePt t="23813" x="7885113" y="3211513"/>
          <p14:tracePt t="23829" x="8037513" y="3203575"/>
          <p14:tracePt t="23847" x="8275638" y="3178175"/>
          <p14:tracePt t="23862" x="8428038" y="3178175"/>
          <p14:tracePt t="23879" x="8555038" y="3160713"/>
          <p14:tracePt t="23882" x="8623300" y="3160713"/>
          <p14:tracePt t="23896" x="8734425" y="3144838"/>
          <p14:tracePt t="23911" x="8818563" y="3144838"/>
          <p14:tracePt t="23929" x="8878888" y="3144838"/>
          <p14:tracePt t="23931" x="8904288" y="3144838"/>
          <p14:tracePt t="23946" x="8929688" y="3144838"/>
          <p14:tracePt t="23962" x="8955088" y="3144838"/>
          <p14:tracePt t="23980" x="8988425" y="3144838"/>
          <p14:tracePt t="23995" x="8997950" y="3144838"/>
          <p14:tracePt t="24011" x="9013825" y="3144838"/>
          <p14:tracePt t="24028" x="9039225" y="3144838"/>
          <p14:tracePt t="24045" x="9064625" y="3144838"/>
          <p14:tracePt t="24061" x="9091613" y="3144838"/>
          <p14:tracePt t="24081" x="9124950" y="3152775"/>
          <p14:tracePt t="24094" x="9132888" y="3152775"/>
          <p14:tracePt t="24114" x="9175750" y="3160713"/>
          <p14:tracePt t="24128" x="9183688" y="3160713"/>
          <p14:tracePt t="24130" x="9201150" y="3170238"/>
          <p14:tracePt t="24144" x="9209088" y="3170238"/>
          <p14:tracePt t="24162" x="9226550" y="3186113"/>
          <p14:tracePt t="24163" x="9236075" y="3186113"/>
          <p14:tracePt t="24178" x="9251950" y="3195638"/>
          <p14:tracePt t="24194" x="9261475" y="3195638"/>
          <p14:tracePt t="24212" x="9269413" y="3195638"/>
          <p14:tracePt t="24230" x="9286875" y="3195638"/>
          <p14:tracePt t="24254" x="9294813" y="3195638"/>
          <p14:tracePt t="24767" x="9244013" y="3203575"/>
          <p14:tracePt t="24779" x="9056688" y="3254375"/>
          <p14:tracePt t="24794" x="8648700" y="3398838"/>
          <p14:tracePt t="24810" x="8266113" y="3484563"/>
          <p14:tracePt t="24828" x="8054975" y="3543300"/>
          <p14:tracePt t="24830" x="7935913" y="3586163"/>
          <p14:tracePt t="24844" x="7807325" y="3619500"/>
          <p14:tracePt t="24861" x="7740650" y="3629025"/>
          <p14:tracePt t="24878" x="7662863" y="3662363"/>
          <p14:tracePt t="24893" x="7612063" y="3662363"/>
          <p14:tracePt t="24910" x="7553325" y="3671888"/>
          <p14:tracePt t="24926" x="7442200" y="3687763"/>
          <p14:tracePt t="24945" x="7383463" y="3705225"/>
          <p14:tracePt t="24963" x="7281863" y="3730625"/>
          <p14:tracePt t="24979" x="7221538" y="3730625"/>
          <p14:tracePt t="24995" x="7170738" y="3748088"/>
          <p14:tracePt t="24997" x="7145338" y="3748088"/>
          <p14:tracePt t="25010" x="7127875" y="3748088"/>
          <p14:tracePt t="25028" x="7077075" y="3763963"/>
          <p14:tracePt t="25045" x="7051675" y="3763963"/>
          <p14:tracePt t="25047" x="7026275" y="3763963"/>
          <p14:tracePt t="25060" x="7018338" y="3763963"/>
          <p14:tracePt t="25061" x="7000875" y="3763963"/>
          <p14:tracePt t="25076" x="6975475" y="3763963"/>
          <p14:tracePt t="25094" x="6942138" y="3763963"/>
          <p14:tracePt t="25110" x="6915150" y="3763963"/>
          <p14:tracePt t="25127" x="6889750" y="3763963"/>
          <p14:tracePt t="25144" x="6864350" y="3763963"/>
          <p14:tracePt t="25147" x="6856413" y="3763963"/>
          <p14:tracePt t="25161" x="6831013" y="3763963"/>
          <p14:tracePt t="25177" x="6813550" y="3763963"/>
          <p14:tracePt t="25195" x="6805613" y="3763963"/>
          <p14:tracePt t="25212" x="6797675" y="3763963"/>
          <p14:tracePt t="25214" x="6780213" y="3763963"/>
          <p14:tracePt t="25236" x="6770688" y="3763963"/>
          <p14:tracePt t="25860" x="6864350" y="3763963"/>
          <p14:tracePt t="25885" x="7332663" y="3705225"/>
          <p14:tracePt t="25892" x="7416800" y="3705225"/>
          <p14:tracePt t="25910" x="7621588" y="3654425"/>
          <p14:tracePt t="25927" x="7697788" y="3654425"/>
          <p14:tracePt t="25944" x="7756525" y="3646488"/>
          <p14:tracePt t="25945" x="7781925" y="3646488"/>
          <p14:tracePt t="25959" x="7799388" y="3629025"/>
          <p14:tracePt t="25978" x="7842250" y="3629025"/>
          <p14:tracePt t="25980" x="7850188" y="3629025"/>
          <p14:tracePt t="25994" x="7867650" y="3629025"/>
          <p14:tracePt t="25995" x="7875588" y="3629025"/>
          <p14:tracePt t="26010" x="7918450" y="3629025"/>
          <p14:tracePt t="26028" x="7935913" y="3629025"/>
          <p14:tracePt t="26029" x="7977188" y="3629025"/>
          <p14:tracePt t="26043" x="8029575" y="3629025"/>
          <p14:tracePt t="26060" x="8070850" y="3629025"/>
          <p14:tracePt t="26079" x="8207375" y="3629025"/>
          <p14:tracePt t="26094" x="8318500" y="3629025"/>
          <p14:tracePt t="26109" x="8428038" y="3611563"/>
          <p14:tracePt t="26128" x="8547100" y="3603625"/>
          <p14:tracePt t="26143" x="8605838" y="3594100"/>
          <p14:tracePt t="26160" x="8632825" y="3594100"/>
          <p14:tracePt t="26164" x="8640763" y="3594100"/>
          <p14:tracePt t="26176" x="8658225" y="3594100"/>
          <p14:tracePt t="26193" x="8691563" y="3594100"/>
          <p14:tracePt t="26211" x="8709025" y="3594100"/>
          <p14:tracePt t="26227" x="8716963" y="3594100"/>
          <p14:tracePt t="26243" x="8734425" y="3594100"/>
          <p14:tracePt t="26261" x="8742363" y="3594100"/>
          <p14:tracePt t="26278" x="8750300" y="3594100"/>
          <p14:tracePt t="26294" x="8750300" y="3603625"/>
          <p14:tracePt t="26309" x="8767763" y="3603625"/>
          <p14:tracePt t="26359" x="8767763" y="3611563"/>
          <p14:tracePt t="26772" x="8564563" y="3748088"/>
          <p14:tracePt t="26779" x="8224838" y="3943350"/>
          <p14:tracePt t="26794" x="7637463" y="4249738"/>
          <p14:tracePt t="26809" x="7340600" y="4351338"/>
          <p14:tracePt t="26826" x="7119938" y="4435475"/>
          <p14:tracePt t="26844" x="6983413" y="4478338"/>
          <p14:tracePt t="26860" x="6942138" y="4495800"/>
          <p14:tracePt t="26877" x="6915150" y="4513263"/>
          <p14:tracePt t="26891" x="6889750" y="4513263"/>
          <p14:tracePt t="26912" x="6881813" y="4513263"/>
          <p14:tracePt t="26941" x="6864350" y="4521200"/>
          <p14:tracePt t="26947" x="6856413" y="4521200"/>
          <p14:tracePt t="26960" x="6848475" y="4521200"/>
          <p14:tracePt t="26976" x="6813550" y="4529138"/>
          <p14:tracePt t="26993" x="6805613" y="4529138"/>
          <p14:tracePt t="27011" x="6780213" y="4538663"/>
          <p14:tracePt t="27025" x="6754813" y="4546600"/>
          <p14:tracePt t="27043" x="6729413" y="4546600"/>
          <p14:tracePt t="27045" x="6719888" y="4546600"/>
          <p14:tracePt t="27060" x="6711950" y="4546600"/>
          <p14:tracePt t="27061" x="6694488" y="4546600"/>
          <p14:tracePt t="27075" x="6669088" y="4546600"/>
          <p14:tracePt t="27092" x="6653213" y="4546600"/>
          <p14:tracePt t="27110" x="6610350" y="4546600"/>
          <p14:tracePt t="27125" x="6584950" y="4538663"/>
          <p14:tracePt t="27144" x="6559550" y="4538663"/>
          <p14:tracePt t="27160" x="6550025" y="4529138"/>
          <p14:tracePt t="27178" x="6542088" y="4529138"/>
          <p14:tracePt t="27192" x="6542088" y="4521200"/>
          <p14:tracePt t="27209" x="6542088" y="4503738"/>
          <p14:tracePt t="27225" x="6542088" y="4495800"/>
          <p14:tracePt t="27285" x="6542088" y="4478338"/>
          <p14:tracePt t="27397" x="6550025" y="4478338"/>
          <p14:tracePt t="27726" x="6704013" y="4478338"/>
          <p14:tracePt t="27742" x="6942138" y="4460875"/>
          <p14:tracePt t="27757" x="7051675" y="4460875"/>
          <p14:tracePt t="27776" x="7153275" y="4445000"/>
          <p14:tracePt t="27792" x="7221538" y="4445000"/>
          <p14:tracePt t="27810" x="7289800" y="4435475"/>
          <p14:tracePt t="27826" x="7400925" y="4419600"/>
          <p14:tracePt t="27841" x="7502525" y="4419600"/>
          <p14:tracePt t="27858" x="7705725" y="4402138"/>
          <p14:tracePt t="27875" x="7977188" y="4384675"/>
          <p14:tracePt t="27892" x="8105775" y="4384675"/>
          <p14:tracePt t="27910" x="8240713" y="4384675"/>
          <p14:tracePt t="27924" x="8275638" y="4384675"/>
          <p14:tracePt t="27943" x="8334375" y="4384675"/>
          <p14:tracePt t="27946" x="8343900" y="4384675"/>
          <p14:tracePt t="27959" x="8369300" y="4384675"/>
          <p14:tracePt t="27975" x="8377238" y="4384675"/>
          <p14:tracePt t="27991" x="8402638" y="4384675"/>
          <p14:tracePt t="28009" x="8428038" y="4384675"/>
          <p14:tracePt t="28027" x="8445500" y="4384675"/>
          <p14:tracePt t="28041" x="8453438" y="4384675"/>
          <p14:tracePt t="28059" x="8496300" y="4402138"/>
          <p14:tracePt t="28076" x="8555038" y="4402138"/>
          <p14:tracePt t="28091" x="8580438" y="4410075"/>
          <p14:tracePt t="28093" x="8632825" y="4410075"/>
          <p14:tracePt t="28108" x="8658225" y="4410075"/>
          <p14:tracePt t="28126" x="8709025" y="4410075"/>
          <p14:tracePt t="28141" x="8734425" y="4410075"/>
          <p14:tracePt t="28158" x="8767763" y="4410075"/>
          <p14:tracePt t="28175" x="8793163" y="4410075"/>
          <p14:tracePt t="28192" x="8802688" y="4410075"/>
          <p14:tracePt t="28208" x="8818563" y="4410075"/>
          <p14:tracePt t="28226" x="8843963" y="4410075"/>
          <p14:tracePt t="28260" x="8853488" y="4410075"/>
          <p14:tracePt t="28680" x="8767763" y="4427538"/>
          <p14:tracePt t="28686" x="8615363" y="4470400"/>
          <p14:tracePt t="28693" x="8470900" y="4513263"/>
          <p14:tracePt t="28707" x="8343900" y="4554538"/>
          <p14:tracePt t="28725" x="8080375" y="4640263"/>
          <p14:tracePt t="28740" x="8020050" y="4673600"/>
          <p14:tracePt t="28759" x="7969250" y="4683125"/>
          <p14:tracePt t="28774" x="7943850" y="4699000"/>
          <p14:tracePt t="28792" x="7935913" y="4699000"/>
          <p14:tracePt t="28809" x="7918450" y="4699000"/>
          <p14:tracePt t="28825" x="7910513" y="4699000"/>
          <p14:tracePt t="28827" x="7893050" y="4699000"/>
          <p14:tracePt t="28842" x="7885113" y="4699000"/>
          <p14:tracePt t="28856" x="7867650" y="4699000"/>
          <p14:tracePt t="28875" x="7859713" y="4699000"/>
          <p14:tracePt t="28892" x="7832725" y="4708525"/>
          <p14:tracePt t="28907" x="7824788" y="4708525"/>
          <p14:tracePt t="28924" x="7807325" y="4708525"/>
          <p14:tracePt t="28926" x="7799388" y="4708525"/>
          <p14:tracePt t="28940" x="7773988" y="4708525"/>
          <p14:tracePt t="28958" x="7740650" y="4708525"/>
          <p14:tracePt t="28960" x="7723188" y="4724400"/>
          <p14:tracePt t="28973" x="7715250" y="4724400"/>
          <p14:tracePt t="28990" x="7680325" y="4733925"/>
          <p14:tracePt t="29009" x="7662863" y="4741863"/>
          <p14:tracePt t="29025" x="7654925" y="4741863"/>
          <p14:tracePt t="29041" x="7637463" y="4741863"/>
          <p14:tracePt t="29058" x="7612063" y="4741863"/>
          <p14:tracePt t="29073" x="7604125" y="4741863"/>
          <p14:tracePt t="29093" x="7596188" y="4741863"/>
          <p14:tracePt t="29107" x="7578725" y="4741863"/>
          <p14:tracePt t="29142" x="7570788" y="4759325"/>
          <p14:tracePt t="29172" x="7553325" y="4759325"/>
          <p14:tracePt t="29208" x="7545388" y="4759325"/>
          <p14:tracePt t="29226" x="7527925" y="4759325"/>
          <p14:tracePt t="29324" x="7535863" y="4759325"/>
          <p14:tracePt t="29354" x="7545388" y="4759325"/>
          <p14:tracePt t="29360" x="7545388" y="4749800"/>
          <p14:tracePt t="30154" x="7561263" y="4749800"/>
          <p14:tracePt t="30159" x="7570788" y="4749800"/>
          <p14:tracePt t="30174" x="7596188" y="4749800"/>
          <p14:tracePt t="30188" x="7646988" y="4759325"/>
          <p14:tracePt t="30206" x="7688263" y="4759325"/>
          <p14:tracePt t="30224" x="7740650" y="4775200"/>
          <p14:tracePt t="30239" x="7791450" y="4775200"/>
          <p14:tracePt t="30257" x="7832725" y="4784725"/>
          <p14:tracePt t="30272" x="7859713" y="4784725"/>
          <p14:tracePt t="30274" x="7867650" y="4802188"/>
          <p14:tracePt t="30290" x="7893050" y="4810125"/>
          <p14:tracePt t="30307" x="7926388" y="4810125"/>
          <p14:tracePt t="30322" x="7951788" y="4818063"/>
          <p14:tracePt t="30339" x="7994650" y="4818063"/>
          <p14:tracePt t="30357" x="8070850" y="4852988"/>
          <p14:tracePt t="30373" x="8121650" y="4852988"/>
          <p14:tracePt t="30391" x="8189913" y="4860925"/>
          <p14:tracePt t="30406" x="8215313" y="4860925"/>
          <p14:tracePt t="30407" x="8232775" y="4860925"/>
          <p14:tracePt t="30424" x="8258175" y="4868863"/>
          <p14:tracePt t="30426" x="8266113" y="4868863"/>
          <p14:tracePt t="30439" x="8291513" y="4886325"/>
          <p14:tracePt t="30455" x="8318500" y="4886325"/>
          <p14:tracePt t="30472" x="8343900" y="4894263"/>
          <p14:tracePt t="30488" x="8351838" y="4894263"/>
          <p14:tracePt t="30507" x="8377238" y="4911725"/>
          <p14:tracePt t="30524" x="8394700" y="4911725"/>
          <p14:tracePt t="30539" x="8402638" y="4911725"/>
          <p14:tracePt t="30556" x="8410575" y="4911725"/>
          <p14:tracePt t="30581" x="8428038" y="4911725"/>
          <p14:tracePt t="30608" x="8435975" y="4911725"/>
          <p14:tracePt t="30630" x="8453438" y="4911725"/>
          <p14:tracePt t="30665" x="8462963" y="4911725"/>
          <p14:tracePt t="30679" x="8478838" y="4903788"/>
          <p14:tracePt t="30707" x="8488363" y="4903788"/>
          <p14:tracePt t="30722" x="8488363" y="4894263"/>
          <p14:tracePt t="30741" x="8496300" y="4894263"/>
          <p14:tracePt t="30757" x="8496300" y="4886325"/>
          <p14:tracePt t="31655" x="8147050" y="5013325"/>
          <p14:tracePt t="31672" x="7213600" y="5294313"/>
          <p14:tracePt t="31687" x="6440488" y="5549900"/>
          <p14:tracePt t="31704" x="5538788" y="5846763"/>
          <p14:tracePt t="31721" x="4851400" y="6016625"/>
          <p14:tracePt t="31739" x="4248150" y="6059488"/>
          <p14:tracePt t="31755" x="3900488" y="6127750"/>
          <p14:tracePt t="31771" x="3602038" y="6194425"/>
          <p14:tracePt t="31773" x="3406775" y="6194425"/>
          <p14:tracePt t="31788" x="3262313" y="6211888"/>
          <p14:tracePt t="31790" x="3117850" y="6211888"/>
          <p14:tracePt t="31806" x="2828925" y="6211888"/>
          <p14:tracePt t="31808" x="2659063" y="6203950"/>
          <p14:tracePt t="31821" x="2574925" y="6203950"/>
          <p14:tracePt t="31823" x="2455863" y="6178550"/>
          <p14:tracePt t="31837" x="2243138" y="6143625"/>
          <p14:tracePt t="31855" x="2030413" y="6102350"/>
          <p14:tracePt t="31872" x="1809750" y="6084888"/>
          <p14:tracePt t="31888" x="1716088" y="6076950"/>
          <p14:tracePt t="31905" x="1665288" y="6076950"/>
          <p14:tracePt t="31908" x="1622425" y="6076950"/>
          <p14:tracePt t="31921" x="1589088" y="6059488"/>
          <p14:tracePt t="31938" x="1538288" y="6059488"/>
          <p14:tracePt t="31956" x="1470025" y="6042025"/>
          <p14:tracePt t="31971" x="1427163" y="6034088"/>
          <p14:tracePt t="31987" x="1401763" y="6034088"/>
          <p14:tracePt t="32004" x="1376363" y="6016625"/>
          <p14:tracePt t="32020" x="1325563" y="6008688"/>
          <p14:tracePt t="32038" x="1274763" y="5965825"/>
          <p14:tracePt t="32041" x="1223963" y="5948363"/>
          <p14:tracePt t="32055" x="1181100" y="5922963"/>
          <p14:tracePt t="32071" x="1112838" y="5880100"/>
          <p14:tracePt t="32089" x="1054100" y="5838825"/>
          <p14:tracePt t="32104" x="1028700" y="5829300"/>
          <p14:tracePt t="32121" x="1003300" y="5829300"/>
          <p14:tracePt t="32137" x="993775" y="5813425"/>
          <p14:tracePt t="32155" x="968375" y="5813425"/>
          <p14:tracePt t="32180" x="960438" y="5813425"/>
          <p14:tracePt t="32222" x="960438" y="5821363"/>
          <p14:tracePt t="32257" x="960438" y="5829300"/>
          <p14:tracePt t="32273" x="976313" y="5829300"/>
          <p14:tracePt t="32278" x="985838" y="5838825"/>
          <p14:tracePt t="32287" x="993775" y="5854700"/>
          <p14:tracePt t="32304" x="1069975" y="5872163"/>
          <p14:tracePt t="32321" x="1147763" y="5880100"/>
          <p14:tracePt t="32323" x="1155700" y="5880100"/>
          <p14:tracePt t="32338" x="1189038" y="5897563"/>
          <p14:tracePt t="32355" x="1231900" y="5905500"/>
          <p14:tracePt t="32371" x="1239838" y="5905500"/>
          <p14:tracePt t="32373" x="1257300" y="5905500"/>
          <p14:tracePt t="32388" x="1265238" y="5922963"/>
          <p14:tracePt t="32404" x="1290638" y="5922963"/>
          <p14:tracePt t="32421" x="1317625" y="5932488"/>
          <p14:tracePt t="32438" x="1343025" y="5948363"/>
          <p14:tracePt t="32440" x="1350963" y="5948363"/>
          <p14:tracePt t="32455" x="1376363" y="5957888"/>
          <p14:tracePt t="32470" x="1419225" y="5957888"/>
          <p14:tracePt t="32488" x="1427163" y="5965825"/>
          <p14:tracePt t="32490" x="1444625" y="5973763"/>
          <p14:tracePt t="32503" x="1470025" y="5973763"/>
          <p14:tracePt t="32505" x="1477963" y="5973763"/>
          <p14:tracePt t="32520" x="1512888" y="5983288"/>
          <p14:tracePt t="32537" x="1571625" y="5983288"/>
          <p14:tracePt t="32554" x="1647825" y="5983288"/>
          <p14:tracePt t="32572" x="1724025" y="5983288"/>
          <p14:tracePt t="32575" x="1749425" y="5983288"/>
          <p14:tracePt t="32588" x="1801813" y="5983288"/>
          <p14:tracePt t="32604" x="1860550" y="5983288"/>
          <p14:tracePt t="32622" x="1911350" y="5983288"/>
          <p14:tracePt t="32637" x="1920875" y="5983288"/>
          <p14:tracePt t="32640" x="1928813" y="5983288"/>
          <p14:tracePt t="32654" x="1971675" y="5983288"/>
          <p14:tracePt t="32670" x="2005013" y="5983288"/>
          <p14:tracePt t="32687" x="2030413" y="5983288"/>
          <p14:tracePt t="32704" x="2073275" y="5983288"/>
          <p14:tracePt t="32721" x="2106613" y="5983288"/>
          <p14:tracePt t="32737" x="2132013" y="5983288"/>
          <p14:tracePt t="32756" x="2182813" y="5983288"/>
          <p14:tracePt t="32771" x="2208213" y="5965825"/>
          <p14:tracePt t="32787" x="2235200" y="5965825"/>
          <p14:tracePt t="32804" x="2293938" y="5965825"/>
          <p14:tracePt t="32820" x="2327275" y="5940425"/>
          <p14:tracePt t="32838" x="2352675" y="5940425"/>
          <p14:tracePt t="32854" x="2387600" y="5922963"/>
          <p14:tracePt t="32870" x="2430463" y="5922963"/>
          <p14:tracePt t="32888" x="2471738" y="5922963"/>
          <p14:tracePt t="32889" x="2481263" y="5922963"/>
          <p14:tracePt t="32904" x="2506663" y="5922963"/>
          <p14:tracePt t="32919" x="2540000" y="5922963"/>
          <p14:tracePt t="32938" x="2557463" y="5922963"/>
          <p14:tracePt t="32940" x="2565400" y="5922963"/>
          <p14:tracePt t="32954" x="2590800" y="5922963"/>
          <p14:tracePt t="32969" x="2600325" y="5922963"/>
          <p14:tracePt t="32987" x="2625725" y="5922963"/>
          <p14:tracePt t="32989" x="2641600" y="5922963"/>
          <p14:tracePt t="33004" x="2651125" y="5922963"/>
          <p14:tracePt t="33021" x="2693988" y="5922963"/>
          <p14:tracePt t="33038" x="2701925" y="5922963"/>
          <p14:tracePt t="33054" x="2735263" y="5922963"/>
          <p14:tracePt t="33070" x="2760663" y="5922963"/>
          <p14:tracePt t="33086" x="2795588" y="5922963"/>
          <p14:tracePt t="33103" x="2838450" y="5922963"/>
          <p14:tracePt t="33121" x="2871788" y="5922963"/>
          <p14:tracePt t="33136" x="2897188" y="5922963"/>
          <p14:tracePt t="33153" x="2922588" y="5922963"/>
          <p14:tracePt t="33170" x="2965450" y="5922963"/>
          <p14:tracePt t="33187" x="2982913" y="5922963"/>
          <p14:tracePt t="33190" x="3008313" y="5922963"/>
          <p14:tracePt t="33204" x="3033713" y="5922963"/>
          <p14:tracePt t="33221" x="3059113" y="5922963"/>
          <p14:tracePt t="33237" x="3084513" y="5922963"/>
          <p14:tracePt t="33239" x="3100388" y="5922963"/>
          <p14:tracePt t="33253" x="3109913" y="5922963"/>
          <p14:tracePt t="33271" x="3143250" y="5922963"/>
          <p14:tracePt t="33287" x="3168650" y="5915025"/>
          <p14:tracePt t="33305" x="3236913" y="5915025"/>
          <p14:tracePt t="33321" x="3287713" y="5915025"/>
          <p14:tracePt t="33323" x="3305175" y="5915025"/>
          <p14:tracePt t="33338" x="3330575" y="5915025"/>
          <p14:tracePt t="33352" x="3355975" y="5915025"/>
          <p14:tracePt t="33371" x="3389313" y="5915025"/>
          <p14:tracePt t="33372" x="3398838" y="5915025"/>
          <p14:tracePt t="33386" x="3414713" y="5915025"/>
          <p14:tracePt t="33388" x="3424238" y="5915025"/>
          <p14:tracePt t="33404" x="3449638" y="5915025"/>
          <p14:tracePt t="33420" x="3492500" y="5915025"/>
          <p14:tracePt t="33438" x="3525838" y="5915025"/>
          <p14:tracePt t="33453" x="3551238" y="5915025"/>
          <p14:tracePt t="33469" x="3576638" y="5915025"/>
          <p14:tracePt t="33486" x="3611563" y="5915025"/>
          <p14:tracePt t="33504" x="3627438" y="5915025"/>
          <p14:tracePt t="33521" x="3662363" y="5915025"/>
          <p14:tracePt t="33535" x="3670300" y="5915025"/>
          <p14:tracePt t="33554" x="3695700" y="5915025"/>
          <p14:tracePt t="33556" x="3713163" y="5915025"/>
          <p14:tracePt t="33570" x="3721100" y="5915025"/>
          <p14:tracePt t="33586" x="3746500" y="5915025"/>
          <p14:tracePt t="33604" x="3756025" y="5915025"/>
          <p14:tracePt t="33619" x="3771900" y="5915025"/>
          <p14:tracePt t="33637" x="3797300" y="5915025"/>
          <p14:tracePt t="33639" x="3806825" y="5915025"/>
          <p14:tracePt t="33653" x="3822700" y="5915025"/>
          <p14:tracePt t="33669" x="3840163" y="5915025"/>
          <p14:tracePt t="33686" x="3883025" y="5915025"/>
          <p14:tracePt t="33703" x="3916363" y="5915025"/>
          <p14:tracePt t="33719" x="3959225" y="5915025"/>
          <p14:tracePt t="33737" x="3992563" y="5915025"/>
          <p14:tracePt t="33752" x="4002088" y="5915025"/>
          <p14:tracePt t="33770" x="4027488" y="5915025"/>
          <p14:tracePt t="33786" x="4044950" y="5915025"/>
          <p14:tracePt t="33802" x="4070350" y="5915025"/>
          <p14:tracePt t="33821" x="4078288" y="5915025"/>
          <p14:tracePt t="33836" x="4103688" y="5915025"/>
          <p14:tracePt t="33853" x="4111625" y="5915025"/>
          <p14:tracePt t="33870" x="4129088" y="5915025"/>
          <p14:tracePt t="34236" x="4154488" y="5915025"/>
          <p14:tracePt t="34242" x="4197350" y="5922963"/>
          <p14:tracePt t="34252" x="4248150" y="5922963"/>
          <p14:tracePt t="34268" x="4298950" y="5932488"/>
          <p14:tracePt t="34286" x="4375150" y="5948363"/>
          <p14:tracePt t="34287" x="4400550" y="5948363"/>
          <p14:tracePt t="34302" x="4443413" y="5965825"/>
          <p14:tracePt t="34321" x="4511675" y="5973763"/>
          <p14:tracePt t="34335" x="4579938" y="5973763"/>
          <p14:tracePt t="34351" x="4630738" y="5991225"/>
          <p14:tracePt t="34370" x="4732338" y="5991225"/>
          <p14:tracePt t="34385" x="4808538" y="6008688"/>
          <p14:tracePt t="34402" x="4868863" y="6008688"/>
          <p14:tracePt t="34404" x="4894263" y="6008688"/>
          <p14:tracePt t="34418" x="4927600" y="6008688"/>
          <p14:tracePt t="34434" x="4987925" y="6008688"/>
          <p14:tracePt t="34451" x="5021263" y="6008688"/>
          <p14:tracePt t="34468" x="5106988" y="6008688"/>
          <p14:tracePt t="34485" x="5157788" y="6008688"/>
          <p14:tracePt t="34503" x="5199063" y="6008688"/>
          <p14:tracePt t="34519" x="5233988" y="6008688"/>
          <p14:tracePt t="34536" x="5259388" y="6008688"/>
          <p14:tracePt t="34538" x="5267325" y="6008688"/>
          <p14:tracePt t="34554" x="5292725" y="6008688"/>
          <p14:tracePt t="34569" x="5335588" y="6008688"/>
          <p14:tracePt t="34585" x="5368925" y="6008688"/>
          <p14:tracePt t="34602" x="5403850" y="6008688"/>
          <p14:tracePt t="34620" x="5429250" y="6008688"/>
          <p14:tracePt t="34622" x="5454650" y="6008688"/>
          <p14:tracePt t="34635" x="5497513" y="6008688"/>
          <p14:tracePt t="34651" x="5522913" y="6008688"/>
          <p14:tracePt t="34670" x="5556250" y="6008688"/>
          <p14:tracePt t="34672" x="5565775" y="6008688"/>
          <p14:tracePt t="34685" x="5607050" y="5999163"/>
          <p14:tracePt t="34703" x="5616575" y="5999163"/>
          <p14:tracePt t="34720" x="5667375" y="5991225"/>
          <p14:tracePt t="34735" x="5683250" y="5991225"/>
          <p14:tracePt t="34751" x="5718175" y="5991225"/>
          <p14:tracePt t="34768" x="5743575" y="5991225"/>
          <p14:tracePt t="34785" x="5794375" y="5991225"/>
          <p14:tracePt t="34802" x="5802313" y="5991225"/>
          <p14:tracePt t="34819" x="5853113" y="5991225"/>
          <p14:tracePt t="34834" x="5870575" y="5973763"/>
          <p14:tracePt t="34854" x="5905500" y="5973763"/>
          <p14:tracePt t="34870" x="5913438" y="5973763"/>
          <p14:tracePt t="34886" x="5930900" y="5973763"/>
          <p14:tracePt t="34887" x="5938838" y="5965825"/>
          <p14:tracePt t="34903" x="5956300" y="5965825"/>
          <p14:tracePt t="34931" x="5964238" y="5965825"/>
          <p14:tracePt t="34945" x="5972175" y="5965825"/>
          <p14:tracePt t="34987" x="5989638" y="5965825"/>
          <p14:tracePt t="35009" x="5997575" y="5965825"/>
          <p14:tracePt t="35022" x="6015038" y="5948363"/>
          <p14:tracePt t="35064" x="6024563" y="5948363"/>
          <p14:tracePt t="35085" x="6040438" y="5948363"/>
          <p14:tracePt t="35099" x="6040438" y="5940425"/>
          <p14:tracePt t="35105" x="6049963" y="5940425"/>
          <p14:tracePt t="35127" x="6057900" y="5940425"/>
          <p14:tracePt t="35148" x="6075363" y="5940425"/>
          <p14:tracePt t="35184" x="6083300" y="5940425"/>
          <p14:tracePt t="35198" x="6100763" y="5940425"/>
          <p14:tracePt t="35218" x="6108700" y="5940425"/>
          <p14:tracePt t="35260" x="6116638" y="5940425"/>
          <p14:tracePt t="35281" x="6134100" y="5940425"/>
          <p14:tracePt t="35302" x="6142038" y="5940425"/>
          <p14:tracePt t="35331" x="6159500" y="5932488"/>
          <p14:tracePt t="35358" x="6167438" y="5932488"/>
          <p14:tracePt t="35380" x="6184900" y="5932488"/>
          <p14:tracePt t="35394" x="6194425" y="5932488"/>
          <p14:tracePt t="35401" x="6202363" y="5932488"/>
          <p14:tracePt t="35421" x="6219825" y="5932488"/>
          <p14:tracePt t="35442" x="6227763" y="5932488"/>
          <p14:tracePt t="35463" x="6245225" y="5932488"/>
          <p14:tracePt t="35492" x="6253163" y="5932488"/>
          <p14:tracePt t="35498" x="6270625" y="5932488"/>
          <p14:tracePt t="35505" x="6278563" y="5932488"/>
          <p14:tracePt t="35535" x="6286500" y="5932488"/>
          <p14:tracePt t="35550" x="6303963" y="5932488"/>
          <p14:tracePt t="35576" x="6311900" y="5932488"/>
          <p14:tracePt t="35604" x="6329363" y="5932488"/>
          <p14:tracePt t="35625" x="6338888" y="5932488"/>
          <p14:tracePt t="35653" x="6354763" y="5932488"/>
          <p14:tracePt t="35669" x="6364288" y="5932488"/>
          <p14:tracePt t="35674" x="6372225" y="5932488"/>
          <p14:tracePt t="35696" x="6389688" y="5932488"/>
          <p14:tracePt t="35702" x="6397625" y="5932488"/>
          <p14:tracePt t="35718" x="6415088" y="5932488"/>
          <p14:tracePt t="35736" x="6423025" y="5932488"/>
          <p14:tracePt t="35750" x="6430963" y="5932488"/>
          <p14:tracePt t="35767" x="6456363" y="5932488"/>
          <p14:tracePt t="35784" x="6473825" y="5932488"/>
          <p14:tracePt t="35801" x="6483350" y="5932488"/>
          <p14:tracePt t="35804" x="6499225" y="5932488"/>
          <p14:tracePt t="35817" x="6508750" y="5932488"/>
          <p14:tracePt t="35835" x="6534150" y="5932488"/>
          <p14:tracePt t="35851" x="6542088" y="5932488"/>
          <p14:tracePt t="35868" x="6559550" y="5932488"/>
          <p14:tracePt t="35885" x="6584950" y="5932488"/>
          <p14:tracePt t="35900" x="6592888" y="5932488"/>
          <p14:tracePt t="35919" x="6600825" y="5932488"/>
          <p14:tracePt t="35934" x="6618288" y="5932488"/>
          <p14:tracePt t="35950" x="6643688" y="5932488"/>
          <p14:tracePt t="35969" x="6653213" y="5932488"/>
          <p14:tracePt t="35998" x="6669088" y="5932488"/>
          <p14:tracePt t="36003" x="6669088" y="5940425"/>
          <p14:tracePt t="36018" x="6678613" y="5940425"/>
          <p14:tracePt t="36046" x="6694488" y="5940425"/>
          <p14:tracePt t="36068" x="6704013" y="5940425"/>
          <p14:tracePt t="36096" x="6711950" y="5940425"/>
          <p14:tracePt t="36131" x="6729413" y="5940425"/>
          <p14:tracePt t="36144" x="6737350" y="5940425"/>
          <p14:tracePt t="36165" x="6754813" y="5940425"/>
          <p14:tracePt t="36171" x="6745288" y="5940425"/>
          <p14:tracePt t="36184" x="6754813" y="5940425"/>
          <p14:tracePt t="36202" x="6754813" y="5957888"/>
          <p14:tracePt t="36217" x="6762750" y="5957888"/>
          <p14:tracePt t="37141" x="7085013" y="5854700"/>
          <p14:tracePt t="37146" x="7467600" y="5684838"/>
          <p14:tracePt t="37154" x="7842250" y="5507038"/>
          <p14:tracePt t="37166" x="8207375" y="5362575"/>
          <p14:tracePt t="37184" x="9056688" y="5013325"/>
          <p14:tracePt t="37199" x="9677400" y="4843463"/>
          <p14:tracePt t="37216" x="10118725" y="4708525"/>
          <p14:tracePt t="37233" x="10764838" y="4495800"/>
          <p14:tracePt t="37250" x="11163300" y="4410075"/>
          <p14:tracePt t="37252" x="11368088" y="4359275"/>
          <p14:tracePt t="37267" x="11776075" y="4291013"/>
          <p14:tracePt t="37282" x="12098338" y="4249738"/>
        </p14:tracePtLst>
      </p14:laserTraceLst>
    </p:ext>
  </p:extLs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6FD"/>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3657600" cy="228600"/>
          </a:xfrm>
          <a:prstGeom prst="rect">
            <a:avLst/>
          </a:prstGeom>
          <a:noFill/>
        </p:spPr>
        <p:txBody>
          <a:bodyPr wrap="square" lIns="27432" tIns="27432" rIns="27432" bIns="27432" anchor="t">
            <a:spAutoFit/>
          </a:bodyPr>
          <a:lstStyle/>
          <a:p>
            <a:pPr algn="l">
              <a:spcAft>
                <a:spcPts val="0"/>
              </a:spcAft>
            </a:pPr>
            <a:r>
              <a:rPr sz="1000" b="1" i="0">
                <a:solidFill>
                  <a:srgbClr val="5B37B4"/>
                </a:solidFill>
                <a:latin typeface="Aptos"/>
              </a:rPr>
              <a:t>07 / BUSINESS IMPLICATIONS</a:t>
            </a:r>
          </a:p>
        </p:txBody>
      </p:sp>
      <p:sp>
        <p:nvSpPr>
          <p:cNvPr id="3" name="TextBox 2"/>
          <p:cNvSpPr txBox="1"/>
          <p:nvPr/>
        </p:nvSpPr>
        <p:spPr>
          <a:xfrm>
            <a:off x="594360" y="658368"/>
            <a:ext cx="10972800" cy="502920"/>
          </a:xfrm>
          <a:prstGeom prst="rect">
            <a:avLst/>
          </a:prstGeom>
          <a:noFill/>
        </p:spPr>
        <p:txBody>
          <a:bodyPr wrap="square" lIns="27432" tIns="27432" rIns="27432" bIns="27432" anchor="t">
            <a:spAutoFit/>
          </a:bodyPr>
          <a:lstStyle/>
          <a:p>
            <a:pPr algn="l">
              <a:spcAft>
                <a:spcPts val="0"/>
              </a:spcAft>
            </a:pPr>
            <a:r>
              <a:rPr sz="2800" b="1" i="0">
                <a:solidFill>
                  <a:srgbClr val="2B1C4F"/>
                </a:solidFill>
                <a:latin typeface="Aptos"/>
              </a:rPr>
              <a:t>Use the finding carefully—and investigate what drives sales</a:t>
            </a:r>
          </a:p>
        </p:txBody>
      </p:sp>
      <p:sp>
        <p:nvSpPr>
          <p:cNvPr id="4" name="TextBox 3"/>
          <p:cNvSpPr txBox="1"/>
          <p:nvPr/>
        </p:nvSpPr>
        <p:spPr>
          <a:xfrm>
            <a:off x="612648" y="1225296"/>
            <a:ext cx="10972800" cy="347472"/>
          </a:xfrm>
          <a:prstGeom prst="rect">
            <a:avLst/>
          </a:prstGeom>
          <a:noFill/>
        </p:spPr>
        <p:txBody>
          <a:bodyPr wrap="square" lIns="27432" tIns="27432" rIns="27432" bIns="27432" anchor="t">
            <a:spAutoFit/>
          </a:bodyPr>
          <a:lstStyle/>
          <a:p>
            <a:pPr algn="l">
              <a:spcAft>
                <a:spcPts val="0"/>
              </a:spcAft>
            </a:pPr>
            <a:r>
              <a:rPr sz="1200" b="0" i="0">
                <a:solidFill>
                  <a:srgbClr val="696376"/>
                </a:solidFill>
                <a:latin typeface="Aptos"/>
              </a:rPr>
              <a:t>The evidence does not support treating gender as a reliable differentiator for average recorded transaction sales in this dataset.</a:t>
            </a:r>
          </a:p>
        </p:txBody>
      </p:sp>
      <p:sp>
        <p:nvSpPr>
          <p:cNvPr id="5" name="Rectangle 4"/>
          <p:cNvSpPr/>
          <p:nvPr/>
        </p:nvSpPr>
        <p:spPr>
          <a:xfrm>
            <a:off x="594360" y="6473952"/>
            <a:ext cx="10972800" cy="10972"/>
          </a:xfrm>
          <a:prstGeom prst="rect">
            <a:avLst/>
          </a:prstGeom>
          <a:solidFill>
            <a:srgbClr val="E1D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12648" y="6537960"/>
            <a:ext cx="8046720" cy="164592"/>
          </a:xfrm>
          <a:prstGeom prst="rect">
            <a:avLst/>
          </a:prstGeom>
          <a:noFill/>
        </p:spPr>
        <p:txBody>
          <a:bodyPr wrap="square" lIns="27432" tIns="27432" rIns="27432" bIns="27432" anchor="t">
            <a:spAutoFit/>
          </a:bodyPr>
          <a:lstStyle/>
          <a:p>
            <a:pPr algn="l">
              <a:spcAft>
                <a:spcPts val="0"/>
              </a:spcAft>
            </a:pPr>
            <a:r>
              <a:rPr sz="800" b="0" i="0">
                <a:solidFill>
                  <a:srgbClr val="696376"/>
                </a:solidFill>
                <a:latin typeface="Aptos"/>
              </a:rPr>
              <a:t>APEXPLANET DATA ANALYTICS INTERNSHIP  •  TASK 4</a:t>
            </a:r>
          </a:p>
        </p:txBody>
      </p:sp>
      <p:sp>
        <p:nvSpPr>
          <p:cNvPr id="7" name="TextBox 6"/>
          <p:cNvSpPr txBox="1"/>
          <p:nvPr/>
        </p:nvSpPr>
        <p:spPr>
          <a:xfrm>
            <a:off x="10972800" y="6519672"/>
            <a:ext cx="502920" cy="201168"/>
          </a:xfrm>
          <a:prstGeom prst="rect">
            <a:avLst/>
          </a:prstGeom>
          <a:noFill/>
        </p:spPr>
        <p:txBody>
          <a:bodyPr wrap="square" lIns="27432" tIns="27432" rIns="27432" bIns="27432" anchor="t">
            <a:spAutoFit/>
          </a:bodyPr>
          <a:lstStyle/>
          <a:p>
            <a:pPr algn="r">
              <a:spcAft>
                <a:spcPts val="0"/>
              </a:spcAft>
            </a:pPr>
            <a:r>
              <a:rPr sz="900" b="1" i="0">
                <a:solidFill>
                  <a:srgbClr val="5B37B4"/>
                </a:solidFill>
                <a:latin typeface="Aptos"/>
              </a:rPr>
              <a:t>08</a:t>
            </a:r>
          </a:p>
        </p:txBody>
      </p:sp>
      <p:sp>
        <p:nvSpPr>
          <p:cNvPr id="8" name="Rounded Rectangle 7"/>
          <p:cNvSpPr/>
          <p:nvPr/>
        </p:nvSpPr>
        <p:spPr>
          <a:xfrm>
            <a:off x="731520" y="1783080"/>
            <a:ext cx="5212080" cy="3474720"/>
          </a:xfrm>
          <a:prstGeom prst="roundRect">
            <a:avLst/>
          </a:prstGeom>
          <a:solidFill>
            <a:srgbClr val="FFFFFF"/>
          </a:solidFill>
          <a:ln w="12700">
            <a:solidFill>
              <a:srgbClr val="E1D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2057400"/>
            <a:ext cx="3200400" cy="256032"/>
          </a:xfrm>
          <a:prstGeom prst="rect">
            <a:avLst/>
          </a:prstGeom>
          <a:noFill/>
        </p:spPr>
        <p:txBody>
          <a:bodyPr wrap="square" lIns="27432" tIns="27432" rIns="27432" bIns="27432" anchor="t">
            <a:spAutoFit/>
          </a:bodyPr>
          <a:lstStyle/>
          <a:p>
            <a:pPr algn="l">
              <a:spcAft>
                <a:spcPts val="0"/>
              </a:spcAft>
            </a:pPr>
            <a:r>
              <a:rPr sz="1100" b="1" i="0">
                <a:solidFill>
                  <a:srgbClr val="5B37B4"/>
                </a:solidFill>
                <a:latin typeface="Aptos"/>
              </a:rPr>
              <a:t>RECOMMENDED NEXT STEPS</a:t>
            </a:r>
          </a:p>
        </p:txBody>
      </p:sp>
      <p:sp>
        <p:nvSpPr>
          <p:cNvPr id="10" name="Oval 9"/>
          <p:cNvSpPr/>
          <p:nvPr/>
        </p:nvSpPr>
        <p:spPr>
          <a:xfrm>
            <a:off x="1005840" y="2624328"/>
            <a:ext cx="109728" cy="109728"/>
          </a:xfrm>
          <a:prstGeom prst="ellipse">
            <a:avLst/>
          </a:prstGeom>
          <a:solidFill>
            <a:srgbClr val="5B3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61872" y="2514600"/>
            <a:ext cx="4315968" cy="502920"/>
          </a:xfrm>
          <a:prstGeom prst="rect">
            <a:avLst/>
          </a:prstGeom>
          <a:noFill/>
        </p:spPr>
        <p:txBody>
          <a:bodyPr wrap="square" lIns="27432" tIns="27432" rIns="27432" bIns="27432" anchor="t">
            <a:spAutoFit/>
          </a:bodyPr>
          <a:lstStyle/>
          <a:p>
            <a:pPr algn="l">
              <a:spcAft>
                <a:spcPts val="0"/>
              </a:spcAft>
            </a:pPr>
            <a:r>
              <a:rPr sz="1400" b="0" i="0">
                <a:solidFill>
                  <a:srgbClr val="272330"/>
                </a:solidFill>
                <a:latin typeface="Aptos"/>
              </a:rPr>
              <a:t>Explore product category, purchase frequency, and customer segment as possible drivers.</a:t>
            </a:r>
          </a:p>
        </p:txBody>
      </p:sp>
      <p:sp>
        <p:nvSpPr>
          <p:cNvPr id="12" name="Oval 11"/>
          <p:cNvSpPr/>
          <p:nvPr/>
        </p:nvSpPr>
        <p:spPr>
          <a:xfrm>
            <a:off x="1005840" y="3171952"/>
            <a:ext cx="109728" cy="109728"/>
          </a:xfrm>
          <a:prstGeom prst="ellipse">
            <a:avLst/>
          </a:prstGeom>
          <a:solidFill>
            <a:srgbClr val="5B3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61872" y="3062224"/>
            <a:ext cx="4315968" cy="502920"/>
          </a:xfrm>
          <a:prstGeom prst="rect">
            <a:avLst/>
          </a:prstGeom>
          <a:noFill/>
        </p:spPr>
        <p:txBody>
          <a:bodyPr wrap="square" lIns="27432" tIns="27432" rIns="27432" bIns="27432" anchor="t">
            <a:spAutoFit/>
          </a:bodyPr>
          <a:lstStyle/>
          <a:p>
            <a:pPr algn="l">
              <a:spcAft>
                <a:spcPts val="0"/>
              </a:spcAft>
            </a:pPr>
            <a:r>
              <a:rPr sz="1400" b="0" i="0">
                <a:solidFill>
                  <a:srgbClr val="272330"/>
                </a:solidFill>
                <a:latin typeface="Aptos"/>
              </a:rPr>
              <a:t>Check Order_ID generation rules with the data owner before deduplicating.</a:t>
            </a:r>
          </a:p>
        </p:txBody>
      </p:sp>
      <p:sp>
        <p:nvSpPr>
          <p:cNvPr id="14" name="Oval 13"/>
          <p:cNvSpPr/>
          <p:nvPr/>
        </p:nvSpPr>
        <p:spPr>
          <a:xfrm>
            <a:off x="1005840" y="3719576"/>
            <a:ext cx="109728" cy="109728"/>
          </a:xfrm>
          <a:prstGeom prst="ellipse">
            <a:avLst/>
          </a:prstGeom>
          <a:solidFill>
            <a:srgbClr val="5B3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61872" y="3609848"/>
            <a:ext cx="4315968" cy="502920"/>
          </a:xfrm>
          <a:prstGeom prst="rect">
            <a:avLst/>
          </a:prstGeom>
          <a:noFill/>
        </p:spPr>
        <p:txBody>
          <a:bodyPr wrap="square" lIns="27432" tIns="27432" rIns="27432" bIns="27432" anchor="t">
            <a:spAutoFit/>
          </a:bodyPr>
          <a:lstStyle/>
          <a:p>
            <a:pPr algn="l">
              <a:spcAft>
                <a:spcPts val="0"/>
              </a:spcAft>
            </a:pPr>
            <a:r>
              <a:rPr sz="1400" b="0" i="0">
                <a:solidFill>
                  <a:srgbClr val="272330"/>
                </a:solidFill>
                <a:latin typeface="Aptos"/>
              </a:rPr>
              <a:t>Validate gender labels and document exclusions in future refreshes.</a:t>
            </a:r>
          </a:p>
        </p:txBody>
      </p:sp>
      <p:sp>
        <p:nvSpPr>
          <p:cNvPr id="16" name="Oval 15"/>
          <p:cNvSpPr/>
          <p:nvPr/>
        </p:nvSpPr>
        <p:spPr>
          <a:xfrm>
            <a:off x="1005840" y="4267200"/>
            <a:ext cx="109728" cy="109728"/>
          </a:xfrm>
          <a:prstGeom prst="ellipse">
            <a:avLst/>
          </a:prstGeom>
          <a:solidFill>
            <a:srgbClr val="5B3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61872" y="4157472"/>
            <a:ext cx="4315968" cy="502920"/>
          </a:xfrm>
          <a:prstGeom prst="rect">
            <a:avLst/>
          </a:prstGeom>
          <a:noFill/>
        </p:spPr>
        <p:txBody>
          <a:bodyPr wrap="square" lIns="27432" tIns="27432" rIns="27432" bIns="27432" anchor="t">
            <a:spAutoFit/>
          </a:bodyPr>
          <a:lstStyle/>
          <a:p>
            <a:pPr algn="l">
              <a:spcAft>
                <a:spcPts val="0"/>
              </a:spcAft>
            </a:pPr>
            <a:r>
              <a:rPr sz="1400" b="0" i="0">
                <a:solidFill>
                  <a:srgbClr val="272330"/>
                </a:solidFill>
                <a:latin typeface="Aptos"/>
              </a:rPr>
              <a:t>Use confidence intervals and effect sizes alongside p-values in reporting.</a:t>
            </a:r>
          </a:p>
        </p:txBody>
      </p:sp>
      <p:sp>
        <p:nvSpPr>
          <p:cNvPr id="18" name="Rounded Rectangle 17"/>
          <p:cNvSpPr/>
          <p:nvPr/>
        </p:nvSpPr>
        <p:spPr>
          <a:xfrm>
            <a:off x="6263640" y="1783080"/>
            <a:ext cx="5120640" cy="3474720"/>
          </a:xfrm>
          <a:prstGeom prst="roundRect">
            <a:avLst/>
          </a:prstGeom>
          <a:solidFill>
            <a:srgbClr val="EFE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37960" y="2057400"/>
            <a:ext cx="3200400" cy="256032"/>
          </a:xfrm>
          <a:prstGeom prst="rect">
            <a:avLst/>
          </a:prstGeom>
          <a:noFill/>
        </p:spPr>
        <p:txBody>
          <a:bodyPr wrap="square" lIns="27432" tIns="27432" rIns="27432" bIns="27432" anchor="t">
            <a:spAutoFit/>
          </a:bodyPr>
          <a:lstStyle/>
          <a:p>
            <a:pPr algn="l">
              <a:spcAft>
                <a:spcPts val="0"/>
              </a:spcAft>
            </a:pPr>
            <a:r>
              <a:rPr sz="1100" b="1" i="0">
                <a:solidFill>
                  <a:srgbClr val="5B37B4"/>
                </a:solidFill>
                <a:latin typeface="Aptos"/>
              </a:rPr>
              <a:t>LIMITATIONS TO DISCLOSE</a:t>
            </a:r>
          </a:p>
        </p:txBody>
      </p:sp>
      <p:sp>
        <p:nvSpPr>
          <p:cNvPr id="20" name="Oval 19"/>
          <p:cNvSpPr/>
          <p:nvPr/>
        </p:nvSpPr>
        <p:spPr>
          <a:xfrm>
            <a:off x="6537960" y="2624328"/>
            <a:ext cx="109728" cy="109728"/>
          </a:xfrm>
          <a:prstGeom prst="ellipse">
            <a:avLst/>
          </a:prstGeom>
          <a:solidFill>
            <a:srgbClr val="8462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93992" y="2514600"/>
            <a:ext cx="4224528" cy="502920"/>
          </a:xfrm>
          <a:prstGeom prst="rect">
            <a:avLst/>
          </a:prstGeom>
          <a:noFill/>
        </p:spPr>
        <p:txBody>
          <a:bodyPr wrap="square" lIns="27432" tIns="27432" rIns="27432" bIns="27432" anchor="t">
            <a:spAutoFit/>
          </a:bodyPr>
          <a:lstStyle/>
          <a:p>
            <a:pPr algn="l">
              <a:spcAft>
                <a:spcPts val="0"/>
              </a:spcAft>
            </a:pPr>
            <a:r>
              <a:rPr sz="1400" b="0" i="0">
                <a:solidFill>
                  <a:srgbClr val="272330"/>
                </a:solidFill>
                <a:latin typeface="Aptos"/>
              </a:rPr>
              <a:t>Observational data cannot establish causation.</a:t>
            </a:r>
          </a:p>
        </p:txBody>
      </p:sp>
      <p:sp>
        <p:nvSpPr>
          <p:cNvPr id="22" name="Oval 21"/>
          <p:cNvSpPr/>
          <p:nvPr/>
        </p:nvSpPr>
        <p:spPr>
          <a:xfrm>
            <a:off x="6537960" y="3171952"/>
            <a:ext cx="109728" cy="109728"/>
          </a:xfrm>
          <a:prstGeom prst="ellipse">
            <a:avLst/>
          </a:prstGeom>
          <a:solidFill>
            <a:srgbClr val="8462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93992" y="3062224"/>
            <a:ext cx="4224528" cy="502920"/>
          </a:xfrm>
          <a:prstGeom prst="rect">
            <a:avLst/>
          </a:prstGeom>
          <a:noFill/>
        </p:spPr>
        <p:txBody>
          <a:bodyPr wrap="square" lIns="27432" tIns="27432" rIns="27432" bIns="27432" anchor="t">
            <a:spAutoFit/>
          </a:bodyPr>
          <a:lstStyle/>
          <a:p>
            <a:pPr algn="l">
              <a:spcAft>
                <a:spcPts val="0"/>
              </a:spcAft>
            </a:pPr>
            <a:r>
              <a:rPr sz="1400" b="0" i="0">
                <a:solidFill>
                  <a:srgbClr val="272330"/>
                </a:solidFill>
                <a:latin typeface="Aptos"/>
              </a:rPr>
              <a:t>34 customers with inconsistent gender labels were excluded.</a:t>
            </a:r>
          </a:p>
        </p:txBody>
      </p:sp>
      <p:sp>
        <p:nvSpPr>
          <p:cNvPr id="24" name="Oval 23"/>
          <p:cNvSpPr/>
          <p:nvPr/>
        </p:nvSpPr>
        <p:spPr>
          <a:xfrm>
            <a:off x="6537960" y="3719576"/>
            <a:ext cx="109728" cy="109728"/>
          </a:xfrm>
          <a:prstGeom prst="ellipse">
            <a:avLst/>
          </a:prstGeom>
          <a:solidFill>
            <a:srgbClr val="8462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793992" y="3609848"/>
            <a:ext cx="4224528" cy="502920"/>
          </a:xfrm>
          <a:prstGeom prst="rect">
            <a:avLst/>
          </a:prstGeom>
          <a:noFill/>
        </p:spPr>
        <p:txBody>
          <a:bodyPr wrap="square" lIns="27432" tIns="27432" rIns="27432" bIns="27432" anchor="t">
            <a:spAutoFit/>
          </a:bodyPr>
          <a:lstStyle/>
          <a:p>
            <a:pPr algn="l">
              <a:spcAft>
                <a:spcPts val="0"/>
              </a:spcAft>
            </a:pPr>
            <a:r>
              <a:rPr sz="1400" b="0" i="0">
                <a:solidFill>
                  <a:srgbClr val="272330"/>
                </a:solidFill>
                <a:latin typeface="Aptos"/>
              </a:rPr>
              <a:t>The repeated Order_ID is an unresolved data-quality anomaly.</a:t>
            </a:r>
          </a:p>
        </p:txBody>
      </p:sp>
      <p:sp>
        <p:nvSpPr>
          <p:cNvPr id="26" name="Oval 25"/>
          <p:cNvSpPr/>
          <p:nvPr/>
        </p:nvSpPr>
        <p:spPr>
          <a:xfrm>
            <a:off x="6537960" y="4267200"/>
            <a:ext cx="109728" cy="109728"/>
          </a:xfrm>
          <a:prstGeom prst="ellipse">
            <a:avLst/>
          </a:prstGeom>
          <a:solidFill>
            <a:srgbClr val="8462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93992" y="4157472"/>
            <a:ext cx="4224528" cy="502920"/>
          </a:xfrm>
          <a:prstGeom prst="rect">
            <a:avLst/>
          </a:prstGeom>
          <a:noFill/>
        </p:spPr>
        <p:txBody>
          <a:bodyPr wrap="square" lIns="27432" tIns="27432" rIns="27432" bIns="27432" anchor="t">
            <a:spAutoFit/>
          </a:bodyPr>
          <a:lstStyle/>
          <a:p>
            <a:pPr algn="l">
              <a:spcAft>
                <a:spcPts val="0"/>
              </a:spcAft>
            </a:pPr>
            <a:r>
              <a:rPr sz="1400" b="0" i="0">
                <a:solidFill>
                  <a:srgbClr val="272330"/>
                </a:solidFill>
                <a:latin typeface="Aptos"/>
              </a:rPr>
              <a:t>Currency and business definitions were not independently verified.</a:t>
            </a:r>
          </a:p>
        </p:txBody>
      </p:sp>
      <p:sp>
        <p:nvSpPr>
          <p:cNvPr id="28" name="TextBox 27"/>
          <p:cNvSpPr txBox="1"/>
          <p:nvPr/>
        </p:nvSpPr>
        <p:spPr>
          <a:xfrm>
            <a:off x="868680" y="5715000"/>
            <a:ext cx="10424160" cy="320040"/>
          </a:xfrm>
          <a:prstGeom prst="rect">
            <a:avLst/>
          </a:prstGeom>
          <a:noFill/>
        </p:spPr>
        <p:txBody>
          <a:bodyPr wrap="square" lIns="27432" tIns="27432" rIns="27432" bIns="27432" anchor="t">
            <a:spAutoFit/>
          </a:bodyPr>
          <a:lstStyle/>
          <a:p>
            <a:pPr algn="l">
              <a:spcAft>
                <a:spcPts val="0"/>
              </a:spcAft>
            </a:pPr>
            <a:r>
              <a:rPr sz="1300" b="1" i="0">
                <a:solidFill>
                  <a:srgbClr val="2B1C4F"/>
                </a:solidFill>
                <a:latin typeface="Aptos"/>
              </a:rPr>
              <a:t>Avoid using this result alone to make gender-based targeting or policy decisions.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38201">
        <p159:morph option="byObject"/>
      </p:transition>
    </mc:Choice>
    <mc:Fallback>
      <p:transition spd="slow" advTm="38201">
        <p:fade/>
      </p:transition>
    </mc:Fallback>
  </mc:AlternateContent>
  <p:extLst>
    <p:ext uri="{3A86A75C-4F4B-4683-9AE1-C65F6400EC91}">
      <p14:laserTraceLst xmlns:p14="http://schemas.microsoft.com/office/powerpoint/2010/main">
        <p14:tracePtLst>
          <p14:tracePt t="793" x="11911013" y="3908425"/>
          <p14:tracePt t="801" x="11766550" y="3960813"/>
          <p14:tracePt t="816" x="11274425" y="4070350"/>
          <p14:tracePt t="832" x="10901363" y="4121150"/>
          <p14:tracePt t="851" x="10493375" y="4197350"/>
          <p14:tracePt t="865" x="10204450" y="4224338"/>
          <p14:tracePt t="882" x="9796463" y="4291013"/>
          <p14:tracePt t="885" x="9566275" y="4333875"/>
          <p14:tracePt t="900" x="9193213" y="4402138"/>
          <p14:tracePt t="915" x="8648700" y="4470400"/>
          <p14:tracePt t="933" x="8199438" y="4470400"/>
          <p14:tracePt t="935" x="8029575" y="4470400"/>
          <p14:tracePt t="950" x="7629525" y="4435475"/>
          <p14:tracePt t="965" x="7246938" y="4368800"/>
          <p14:tracePt t="984" x="6575425" y="4138613"/>
          <p14:tracePt t="1000" x="6194425" y="3960813"/>
          <p14:tracePt t="1016" x="5743575" y="3748088"/>
          <p14:tracePt t="1020" x="5565775" y="3654425"/>
          <p14:tracePt t="1031" x="5421313" y="3611563"/>
          <p14:tracePt t="1049" x="4935538" y="3459163"/>
          <p14:tracePt t="1065" x="4740275" y="3348038"/>
          <p14:tracePt t="1083" x="4486275" y="3221038"/>
          <p14:tracePt t="1085" x="4392613" y="3160713"/>
          <p14:tracePt t="1098" x="4197350" y="3059113"/>
          <p14:tracePt t="1115" x="3941763" y="2914650"/>
          <p14:tracePt t="1132" x="3797300" y="2846388"/>
          <p14:tracePt t="1148" x="3636963" y="2762250"/>
          <p14:tracePt t="1212" x="3033713" y="2336800"/>
          <p14:tracePt t="1230" x="2889250" y="2227263"/>
          <p14:tracePt t="1248" x="2770188" y="2159000"/>
          <p14:tracePt t="1266" x="2668588" y="2073275"/>
          <p14:tracePt t="1268" x="2625725" y="2065338"/>
          <p14:tracePt t="1281" x="2481263" y="1971675"/>
          <p14:tracePt t="1298" x="2387600" y="1911350"/>
          <p14:tracePt t="1315" x="2192338" y="1776413"/>
          <p14:tracePt t="1332" x="2116138" y="1725613"/>
          <p14:tracePt t="1335" x="2090738" y="1700213"/>
          <p14:tracePt t="1350" x="2012950" y="1631950"/>
          <p14:tracePt t="1366" x="1893888" y="1555750"/>
          <p14:tracePt t="1383" x="1724025" y="1419225"/>
          <p14:tracePt t="1399" x="1622425" y="1333500"/>
          <p14:tracePt t="1416" x="1563688" y="1292225"/>
          <p14:tracePt t="1433" x="1452563" y="1216025"/>
          <p14:tracePt t="1447" x="1393825" y="1163638"/>
          <p14:tracePt t="1466" x="1333500" y="1122363"/>
          <p14:tracePt t="1482" x="1282700" y="1087438"/>
          <p14:tracePt t="1484" x="1265238" y="1079500"/>
          <p14:tracePt t="1499" x="1231900" y="1054100"/>
          <p14:tracePt t="1516" x="1189038" y="1054100"/>
          <p14:tracePt t="1533" x="1181100" y="1036638"/>
          <p14:tracePt t="1548" x="1155700" y="1036638"/>
          <p14:tracePt t="1566" x="1130300" y="1028700"/>
          <p14:tracePt t="1568" x="1120775" y="1028700"/>
          <p14:tracePt t="1582" x="1104900" y="1011238"/>
          <p14:tracePt t="1599" x="1095375" y="1011238"/>
          <p14:tracePt t="1601" x="1079500" y="1011238"/>
          <p14:tracePt t="1623" x="1069975" y="1011238"/>
          <p14:tracePt t="1632" x="1054100" y="1011238"/>
          <p14:tracePt t="1649" x="1044575" y="1011238"/>
          <p14:tracePt t="1651" x="1036638" y="1011238"/>
          <p14:tracePt t="1672" x="1019175" y="1011238"/>
          <p14:tracePt t="1681" x="1011238" y="1011238"/>
          <p14:tracePt t="1699" x="985838" y="1011238"/>
          <p14:tracePt t="1720" x="976313" y="1011238"/>
          <p14:tracePt t="1734" x="960438" y="1011238"/>
          <p14:tracePt t="1749" x="950913" y="1011238"/>
          <p14:tracePt t="1840" x="950913" y="1019175"/>
          <p14:tracePt t="1860" x="950913" y="1028700"/>
          <p14:tracePt t="1883" x="950913" y="1044575"/>
          <p14:tracePt t="1960" x="950913" y="1054100"/>
          <p14:tracePt t="1966" x="968375" y="1054100"/>
          <p14:tracePt t="1981" x="976313" y="1062038"/>
          <p14:tracePt t="1999" x="1011238" y="1079500"/>
          <p14:tracePt t="2001" x="1028700" y="1079500"/>
          <p14:tracePt t="2015" x="1036638" y="1079500"/>
          <p14:tracePt t="2017" x="1062038" y="1087438"/>
          <p14:tracePt t="2031" x="1087438" y="1104900"/>
          <p14:tracePt t="2050" x="1120775" y="1112838"/>
          <p14:tracePt t="2065" x="1138238" y="1112838"/>
          <p14:tracePt t="2066" x="1147763" y="1112838"/>
          <p14:tracePt t="2081" x="1173163" y="1130300"/>
          <p14:tracePt t="2099" x="1198563" y="1138238"/>
          <p14:tracePt t="2102" x="1206500" y="1138238"/>
          <p14:tracePt t="2115" x="1231900" y="1138238"/>
          <p14:tracePt t="2132" x="1249363" y="1155700"/>
          <p14:tracePt t="2149" x="1282700" y="1163638"/>
          <p14:tracePt t="2164" x="1290638" y="1173163"/>
          <p14:tracePt t="2182" x="1308100" y="1173163"/>
          <p14:tracePt t="2184" x="1333500" y="1173163"/>
          <p14:tracePt t="2199" x="1343025" y="1189038"/>
          <p14:tracePt t="2214" x="1368425" y="1189038"/>
          <p14:tracePt t="2231" x="1384300" y="1189038"/>
          <p14:tracePt t="2248" x="1419225" y="1189038"/>
          <p14:tracePt t="2265" x="1444625" y="1198563"/>
          <p14:tracePt t="2280" x="1452563" y="1198563"/>
          <p14:tracePt t="2297" x="1477963" y="1216025"/>
          <p14:tracePt t="2315" x="1520825" y="1216025"/>
          <p14:tracePt t="2332" x="1538288" y="1216025"/>
          <p14:tracePt t="2347" x="1563688" y="1223963"/>
          <p14:tracePt t="2363" x="1589088" y="1241425"/>
          <p14:tracePt t="2380" x="1639888" y="1241425"/>
          <p14:tracePt t="2396" x="1690688" y="1249363"/>
          <p14:tracePt t="2413" x="1741488" y="1249363"/>
          <p14:tracePt t="2431" x="1766888" y="1249363"/>
          <p14:tracePt t="2449" x="1809750" y="1249363"/>
          <p14:tracePt t="2451" x="1835150" y="1249363"/>
          <p14:tracePt t="2465" x="1852613" y="1249363"/>
          <p14:tracePt t="2482" x="1893888" y="1249363"/>
          <p14:tracePt t="2498" x="1946275" y="1266825"/>
          <p14:tracePt t="2514" x="1997075" y="1274763"/>
          <p14:tracePt t="2532" x="2038350" y="1274763"/>
          <p14:tracePt t="2534" x="2047875" y="1274763"/>
          <p14:tracePt t="2548" x="2073275" y="1274763"/>
          <p14:tracePt t="2550" x="2106613" y="1292225"/>
          <p14:tracePt t="2563" x="2157413" y="1292225"/>
          <p14:tracePt t="2581" x="2208213" y="1292225"/>
          <p14:tracePt t="2584" x="2225675" y="1292225"/>
          <p14:tracePt t="2599" x="2276475" y="1292225"/>
          <p14:tracePt t="2614" x="2319338" y="1292225"/>
          <p14:tracePt t="2632" x="2352675" y="1292225"/>
          <p14:tracePt t="2634" x="2362200" y="1308100"/>
          <p14:tracePt t="2647" x="2379663" y="1308100"/>
          <p14:tracePt t="2648" x="2387600" y="1308100"/>
          <p14:tracePt t="2664" x="2446338" y="1317625"/>
          <p14:tracePt t="2681" x="2481263" y="1317625"/>
          <p14:tracePt t="2698" x="2532063" y="1333500"/>
          <p14:tracePt t="2713" x="2574925" y="1343025"/>
          <p14:tracePt t="2732" x="2616200" y="1360488"/>
          <p14:tracePt t="2747" x="2659063" y="1368425"/>
          <p14:tracePt t="2764" x="2701925" y="1393825"/>
          <p14:tracePt t="2780" x="2735263" y="1393825"/>
          <p14:tracePt t="2783" x="2744788" y="1393825"/>
          <p14:tracePt t="2798" x="2803525" y="1411288"/>
          <p14:tracePt t="2814" x="2863850" y="1427163"/>
          <p14:tracePt t="2831" x="2940050" y="1436688"/>
          <p14:tracePt t="2849" x="3016250" y="1452563"/>
          <p14:tracePt t="2851" x="3067050" y="1470025"/>
          <p14:tracePt t="2864" x="3109913" y="1470025"/>
          <p14:tracePt t="2866" x="3152775" y="1470025"/>
          <p14:tracePt t="2879" x="3262313" y="1487488"/>
          <p14:tracePt t="2897" x="3373438" y="1504950"/>
          <p14:tracePt t="2914" x="3594100" y="1538288"/>
          <p14:tracePt t="2930" x="3703638" y="1538288"/>
          <p14:tracePt t="2947" x="3857625" y="1555750"/>
          <p14:tracePt t="2963" x="4146550" y="1555750"/>
          <p14:tracePt t="2980" x="4298950" y="1546225"/>
          <p14:tracePt t="2982" x="4384675" y="1546225"/>
          <p14:tracePt t="2998" x="4494213" y="1546225"/>
          <p14:tracePt t="3014" x="4621213" y="1530350"/>
          <p14:tracePt t="3030" x="4714875" y="1530350"/>
          <p14:tracePt t="3047" x="4783138" y="1530350"/>
          <p14:tracePt t="3049" x="4851400" y="1530350"/>
          <p14:tracePt t="3063" x="4945063" y="1512888"/>
          <p14:tracePt t="3080" x="5054600" y="1512888"/>
          <p14:tracePt t="3096" x="5165725" y="1512888"/>
          <p14:tracePt t="3114" x="5259388" y="1512888"/>
          <p14:tracePt t="3116" x="5284788" y="1512888"/>
          <p14:tracePt t="3132" x="5310188" y="1512888"/>
          <p14:tracePt t="3147" x="5353050" y="1512888"/>
          <p14:tracePt t="3151" x="5360988" y="1512888"/>
          <p14:tracePt t="3163" x="5386388" y="1512888"/>
          <p14:tracePt t="3165" x="5394325" y="1512888"/>
          <p14:tracePt t="3181" x="5437188" y="1512888"/>
          <p14:tracePt t="3197" x="5462588" y="1512888"/>
          <p14:tracePt t="3213" x="5497513" y="1512888"/>
          <p14:tracePt t="3231" x="5548313" y="1512888"/>
          <p14:tracePt t="3248" x="5573713" y="1512888"/>
          <p14:tracePt t="3250" x="5581650" y="1512888"/>
          <p14:tracePt t="3265" x="5624513" y="1512888"/>
          <p14:tracePt t="3280" x="5657850" y="1512888"/>
          <p14:tracePt t="3298" x="5708650" y="1512888"/>
          <p14:tracePt t="3313" x="5751513" y="1512888"/>
          <p14:tracePt t="3330" x="5776913" y="1504950"/>
          <p14:tracePt t="3346" x="5811838" y="1504950"/>
          <p14:tracePt t="3363" x="5837238" y="1504950"/>
          <p14:tracePt t="3380" x="5870575" y="1487488"/>
          <p14:tracePt t="3398" x="5913438" y="1487488"/>
          <p14:tracePt t="3414" x="5938838" y="1487488"/>
          <p14:tracePt t="3431" x="5956300" y="1487488"/>
          <p14:tracePt t="3433" x="5972175" y="1487488"/>
          <p14:tracePt t="3446" x="5997575" y="1487488"/>
          <p14:tracePt t="3447" x="6007100" y="1487488"/>
          <p14:tracePt t="3463" x="6024563" y="1487488"/>
          <p14:tracePt t="3480" x="6057900" y="1487488"/>
          <p14:tracePt t="3496" x="6091238" y="1487488"/>
          <p14:tracePt t="3514" x="6134100" y="1487488"/>
          <p14:tracePt t="3516" x="6159500" y="1477963"/>
          <p14:tracePt t="3530" x="6167438" y="1477963"/>
          <p14:tracePt t="3533" x="6184900" y="1477963"/>
          <p14:tracePt t="3547" x="6235700" y="1462088"/>
          <p14:tracePt t="3565" x="6321425" y="1444625"/>
          <p14:tracePt t="3580" x="6346825" y="1444625"/>
          <p14:tracePt t="3583" x="6397625" y="1444625"/>
          <p14:tracePt t="3597" x="6448425" y="1436688"/>
          <p14:tracePt t="3614" x="6516688" y="1436688"/>
          <p14:tracePt t="3615" x="6567488" y="1419225"/>
          <p14:tracePt t="3629" x="6626225" y="1419225"/>
          <p14:tracePt t="3646" x="6678613" y="1419225"/>
          <p14:tracePt t="3663" x="6737350" y="1419225"/>
          <p14:tracePt t="3666" x="6780213" y="1419225"/>
          <p14:tracePt t="3680" x="6831013" y="1419225"/>
          <p14:tracePt t="3699" x="6915150" y="1419225"/>
          <p14:tracePt t="3713" x="6924675" y="1419225"/>
          <p14:tracePt t="3715" x="6950075" y="1419225"/>
          <p14:tracePt t="3730" x="7008813" y="1401763"/>
          <p14:tracePt t="3733" x="7034213" y="1401763"/>
          <p14:tracePt t="3747" x="7094538" y="1385888"/>
          <p14:tracePt t="3763" x="7162800" y="1385888"/>
          <p14:tracePt t="3780" x="7256463" y="1385888"/>
          <p14:tracePt t="3798" x="7332663" y="1385888"/>
          <p14:tracePt t="3813" x="7373938" y="1385888"/>
          <p14:tracePt t="3831" x="7408863" y="1385888"/>
          <p14:tracePt t="3833" x="7442200" y="1385888"/>
          <p14:tracePt t="3847" x="7477125" y="1385888"/>
          <p14:tracePt t="3863" x="7510463" y="1385888"/>
          <p14:tracePt t="3880" x="7553325" y="1385888"/>
          <p14:tracePt t="3882" x="7561263" y="1385888"/>
          <p14:tracePt t="3895" x="7586663" y="1385888"/>
          <p14:tracePt t="3913" x="7612063" y="1385888"/>
          <p14:tracePt t="3916" x="7621588" y="1376363"/>
          <p14:tracePt t="3930" x="7637463" y="1376363"/>
          <p14:tracePt t="3932" x="7662863" y="1376363"/>
          <p14:tracePt t="3946" x="7688263" y="1376363"/>
          <p14:tracePt t="3963" x="7715250" y="1376363"/>
          <p14:tracePt t="3965" x="7723188" y="1376363"/>
          <p14:tracePt t="3981" x="7748588" y="1376363"/>
          <p14:tracePt t="3995" x="7773988" y="1376363"/>
          <p14:tracePt t="4014" x="7816850" y="1376363"/>
          <p14:tracePt t="4030" x="7859713" y="1360488"/>
          <p14:tracePt t="4046" x="7885113" y="1360488"/>
          <p14:tracePt t="4063" x="7910513" y="1360488"/>
          <p14:tracePt t="4064" x="7935913" y="1360488"/>
          <p14:tracePt t="4079" x="7951788" y="1360488"/>
          <p14:tracePt t="4095" x="7986713" y="1360488"/>
          <p14:tracePt t="4113" x="8020050" y="1350963"/>
          <p14:tracePt t="4129" x="8045450" y="1343025"/>
          <p14:tracePt t="4146" x="8070850" y="1343025"/>
          <p14:tracePt t="4148" x="8096250" y="1343025"/>
          <p14:tracePt t="4162" x="8121650" y="1343025"/>
          <p14:tracePt t="4180" x="8156575" y="1343025"/>
          <p14:tracePt t="4196" x="8181975" y="1343025"/>
          <p14:tracePt t="4198" x="8207375" y="1325563"/>
          <p14:tracePt t="4212" x="8232775" y="1325563"/>
          <p14:tracePt t="4229" x="8266113" y="1325563"/>
          <p14:tracePt t="4247" x="8318500" y="1317625"/>
          <p14:tracePt t="4262" x="8359775" y="1300163"/>
          <p14:tracePt t="4279" x="8410575" y="1300163"/>
          <p14:tracePt t="4297" x="8462963" y="1300163"/>
          <p14:tracePt t="4311" x="8513763" y="1300163"/>
          <p14:tracePt t="4329" x="8555038" y="1300163"/>
          <p14:tracePt t="4346" x="8589963" y="1300163"/>
          <p14:tracePt t="4362" x="8632825" y="1292225"/>
          <p14:tracePt t="4365" x="8658225" y="1292225"/>
          <p14:tracePt t="4380" x="8666163" y="1292225"/>
          <p14:tracePt t="4381" x="8691563" y="1292225"/>
          <p14:tracePt t="4396" x="8716963" y="1292225"/>
          <p14:tracePt t="4413" x="8750300" y="1292225"/>
          <p14:tracePt t="4416" x="8767763" y="1292225"/>
          <p14:tracePt t="4429" x="8793163" y="1292225"/>
          <p14:tracePt t="4431" x="8802688" y="1292225"/>
          <p14:tracePt t="4446" x="8828088" y="1292225"/>
          <p14:tracePt t="4464" x="8878888" y="1292225"/>
          <p14:tracePt t="4478" x="8912225" y="1292225"/>
          <p14:tracePt t="4495" x="8937625" y="1292225"/>
          <p14:tracePt t="4513" x="8972550" y="1292225"/>
          <p14:tracePt t="4529" x="8997950" y="1292225"/>
          <p14:tracePt t="4547" x="9023350" y="1292225"/>
          <p14:tracePt t="4550" x="9039225" y="1292225"/>
          <p14:tracePt t="4561" x="9074150" y="1292225"/>
          <p14:tracePt t="4579" x="9099550" y="1292225"/>
          <p14:tracePt t="4582" x="9124950" y="1292225"/>
          <p14:tracePt t="4595" x="9142413" y="1292225"/>
          <p14:tracePt t="4612" x="9175750" y="1292225"/>
          <p14:tracePt t="4630" x="9201150" y="1292225"/>
          <p14:tracePt t="4646" x="9209088" y="1292225"/>
          <p14:tracePt t="4648" x="9226550" y="1292225"/>
          <p14:tracePt t="4662" x="9236075" y="1292225"/>
          <p14:tracePt t="4678" x="9261475" y="1292225"/>
          <p14:tracePt t="4696" x="9286875" y="1292225"/>
          <p14:tracePt t="4715" x="9294813" y="1292225"/>
          <p14:tracePt t="4730" x="9312275" y="1292225"/>
          <p14:tracePt t="4772" x="9302750" y="1292225"/>
          <p14:tracePt t="4786" x="9294813" y="1292225"/>
          <p14:tracePt t="4792" x="9277350" y="1292225"/>
          <p14:tracePt t="4799" x="9269413" y="1292225"/>
          <p14:tracePt t="4812" x="9244013" y="1292225"/>
          <p14:tracePt t="4813" x="9226550" y="1292225"/>
          <p14:tracePt t="4828" x="9201150" y="1292225"/>
          <p14:tracePt t="4830" x="9117013" y="1292225"/>
          <p14:tracePt t="4845" x="8921750" y="1292225"/>
          <p14:tracePt t="4862" x="8318500" y="1368425"/>
          <p14:tracePt t="4879" x="7561263" y="1487488"/>
          <p14:tracePt t="4895" x="7178675" y="1555750"/>
          <p14:tracePt t="4913" x="6797675" y="1614488"/>
          <p14:tracePt t="4928" x="6473825" y="1682750"/>
          <p14:tracePt t="4947" x="6091238" y="1716088"/>
          <p14:tracePt t="4963" x="5530850" y="1716088"/>
          <p14:tracePt t="4978" x="5080000" y="1741488"/>
          <p14:tracePt t="4996" x="4316413" y="1741488"/>
          <p14:tracePt t="5011" x="3992563" y="1725613"/>
          <p14:tracePt t="5028" x="3703638" y="1708150"/>
          <p14:tracePt t="5045" x="3414713" y="1682750"/>
          <p14:tracePt t="5047" x="3244850" y="1665288"/>
          <p14:tracePt t="5062" x="2930525" y="1639888"/>
          <p14:tracePt t="5079" x="2693988" y="1597025"/>
          <p14:tracePt t="5081" x="2574925" y="1581150"/>
          <p14:tracePt t="5095" x="2362200" y="1563688"/>
          <p14:tracePt t="5112" x="2157413" y="1563688"/>
          <p14:tracePt t="5130" x="1979613" y="1512888"/>
          <p14:tracePt t="5145" x="1843088" y="1470025"/>
          <p14:tracePt t="5161" x="1690688" y="1427163"/>
          <p14:tracePt t="5180" x="1528763" y="1385888"/>
          <p14:tracePt t="5196" x="1477963" y="1385888"/>
          <p14:tracePt t="5213" x="1368425" y="1350963"/>
          <p14:tracePt t="5228" x="1343025" y="1333500"/>
          <p14:tracePt t="5230" x="1333500" y="1333500"/>
          <p14:tracePt t="5245" x="1290638" y="1325563"/>
          <p14:tracePt t="5261" x="1239838" y="1325563"/>
          <p14:tracePt t="5279" x="1206500" y="1325563"/>
          <p14:tracePt t="5295" x="1181100" y="1325563"/>
          <p14:tracePt t="5297" x="1163638" y="1325563"/>
          <p14:tracePt t="5311" x="1155700" y="1325563"/>
          <p14:tracePt t="5328" x="1130300" y="1325563"/>
          <p14:tracePt t="5345" x="1120775" y="1325563"/>
          <p14:tracePt t="5362" x="1104900" y="1325563"/>
          <p14:tracePt t="5364" x="1095375" y="1325563"/>
          <p14:tracePt t="5381" x="1079500" y="1343025"/>
          <p14:tracePt t="5397" x="1079500" y="1350963"/>
          <p14:tracePt t="5425" x="1079500" y="1368425"/>
          <p14:tracePt t="5445" x="1079500" y="1376363"/>
          <p14:tracePt t="5465" x="1079500" y="1385888"/>
          <p14:tracePt t="5473" x="1079500" y="1401763"/>
          <p14:tracePt t="5488" x="1079500" y="1411288"/>
          <p14:tracePt t="5495" x="1087438" y="1427163"/>
          <p14:tracePt t="5515" x="1095375" y="1436688"/>
          <p14:tracePt t="5530" x="1095375" y="1444625"/>
          <p14:tracePt t="5544" x="1112838" y="1470025"/>
          <p14:tracePt t="5564" x="1112838" y="1487488"/>
          <p14:tracePt t="5580" x="1120775" y="1495425"/>
          <p14:tracePt t="5595" x="1130300" y="1495425"/>
          <p14:tracePt t="5613" x="1130300" y="1512888"/>
          <p14:tracePt t="5629" x="1147763" y="1520825"/>
          <p14:tracePt t="5662" x="1155700" y="1520825"/>
          <p14:tracePt t="5676" x="1173163" y="1520825"/>
          <p14:tracePt t="5712" x="1181100" y="1530350"/>
          <p14:tracePt t="5726" x="1189038" y="1530350"/>
          <p14:tracePt t="5732" x="1206500" y="1530350"/>
          <p14:tracePt t="5743" x="1214438" y="1546225"/>
          <p14:tracePt t="5762" x="1231900" y="1546225"/>
          <p14:tracePt t="5777" x="1239838" y="1555750"/>
          <p14:tracePt t="5794" x="1257300" y="1571625"/>
          <p14:tracePt t="5811" x="1282700" y="1571625"/>
          <p14:tracePt t="5828" x="1282700" y="1581150"/>
          <p14:tracePt t="5844" x="1290638" y="1581150"/>
          <p14:tracePt t="5861" x="1290638" y="1597025"/>
          <p14:tracePt t="5879" x="1317625" y="1597025"/>
          <p14:tracePt t="5923" x="1325563" y="1597025"/>
          <p14:tracePt t="6336" x="1343025" y="1597025"/>
          <p14:tracePt t="6366" x="1462088" y="1597025"/>
          <p14:tracePt t="6376" x="1487488" y="1597025"/>
          <p14:tracePt t="6393" x="1606550" y="1597025"/>
          <p14:tracePt t="6410" x="1682750" y="1597025"/>
          <p14:tracePt t="6428" x="1776413" y="1589088"/>
          <p14:tracePt t="6429" x="1801813" y="1589088"/>
          <p14:tracePt t="6444" x="1852613" y="1589088"/>
          <p14:tracePt t="6462" x="1954213" y="1589088"/>
          <p14:tracePt t="6476" x="1962150" y="1589088"/>
          <p14:tracePt t="6494" x="2081213" y="1571625"/>
          <p14:tracePt t="6512" x="2200275" y="1571625"/>
          <p14:tracePt t="6527" x="2268538" y="1571625"/>
          <p14:tracePt t="6543" x="2344738" y="1555750"/>
          <p14:tracePt t="6560" x="2413000" y="1555750"/>
          <p14:tracePt t="6561" x="2446338" y="1555750"/>
          <p14:tracePt t="6577" x="2481263" y="1555750"/>
          <p14:tracePt t="6593" x="2532063" y="1555750"/>
          <p14:tracePt t="6611" x="2582863" y="1555750"/>
          <p14:tracePt t="6626" x="2641600" y="1555750"/>
          <p14:tracePt t="6643" x="2676525" y="1555750"/>
          <p14:tracePt t="6644" x="2693988" y="1555750"/>
          <p14:tracePt t="6660" x="2709863" y="1555750"/>
          <p14:tracePt t="6676" x="2752725" y="1563688"/>
          <p14:tracePt t="6694" x="2778125" y="1563688"/>
          <p14:tracePt t="6710" x="2803525" y="1563688"/>
          <p14:tracePt t="6727" x="2820988" y="1563688"/>
          <p14:tracePt t="6744" x="2846388" y="1563688"/>
          <p14:tracePt t="6759" x="2871788" y="1563688"/>
          <p14:tracePt t="6778" x="2897188" y="1563688"/>
          <p14:tracePt t="6793" x="2940050" y="1563688"/>
          <p14:tracePt t="6820" x="2965450" y="1563688"/>
          <p14:tracePt t="6834" x="2973388" y="1563688"/>
          <p14:tracePt t="6843" x="2990850" y="1563688"/>
          <p14:tracePt t="6859" x="2998788" y="1563688"/>
          <p14:tracePt t="6861" x="3024188" y="1563688"/>
          <p14:tracePt t="6877" x="3041650" y="1563688"/>
          <p14:tracePt t="6892" x="3059113" y="1571625"/>
          <p14:tracePt t="6912" x="3084513" y="1571625"/>
          <p14:tracePt t="6927" x="3109913" y="1589088"/>
          <p14:tracePt t="6944" x="3135313" y="1589088"/>
          <p14:tracePt t="6961" x="3160713" y="1589088"/>
          <p14:tracePt t="6976" x="3186113" y="1589088"/>
          <p14:tracePt t="6993" x="3203575" y="1589088"/>
          <p14:tracePt t="7009" x="3219450" y="1589088"/>
          <p14:tracePt t="7026" x="3254375" y="1589088"/>
          <p14:tracePt t="7045" x="3305175" y="1589088"/>
          <p14:tracePt t="7059" x="3330575" y="1589088"/>
          <p14:tracePt t="7077" x="3381375" y="1589088"/>
          <p14:tracePt t="7094" x="3432175" y="1589088"/>
          <p14:tracePt t="7109" x="3475038" y="1597025"/>
          <p14:tracePt t="7130" x="3508375" y="1597025"/>
          <p14:tracePt t="7144" x="3533775" y="1597025"/>
          <p14:tracePt t="7159" x="3559175" y="1597025"/>
          <p14:tracePt t="7163" x="3568700" y="1614488"/>
          <p14:tracePt t="7177" x="3586163" y="1614488"/>
          <p14:tracePt t="7179" x="3594100" y="1614488"/>
          <p14:tracePt t="7192" x="3636963" y="1614488"/>
          <p14:tracePt t="7210" x="3652838" y="1614488"/>
          <p14:tracePt t="7212" x="3670300" y="1614488"/>
          <p14:tracePt t="7227" x="3678238" y="1614488"/>
          <p14:tracePt t="7229" x="3695700" y="1614488"/>
          <p14:tracePt t="7243" x="3721100" y="1614488"/>
          <p14:tracePt t="7260" x="3756025" y="1614488"/>
          <p14:tracePt t="7277" x="3781425" y="1614488"/>
          <p14:tracePt t="7292" x="3814763" y="1614488"/>
          <p14:tracePt t="7310" x="3857625" y="1614488"/>
          <p14:tracePt t="7326" x="3873500" y="1614488"/>
          <p14:tracePt t="7343" x="3916363" y="1614488"/>
          <p14:tracePt t="7345" x="3925888" y="1614488"/>
          <p14:tracePt t="7359" x="3951288" y="1614488"/>
          <p14:tracePt t="7376" x="3976688" y="1614488"/>
          <p14:tracePt t="7393" x="4010025" y="1614488"/>
          <p14:tracePt t="7410" x="4052888" y="1614488"/>
          <p14:tracePt t="7426" x="4078288" y="1614488"/>
          <p14:tracePt t="7443" x="4095750" y="1597025"/>
          <p14:tracePt t="7459" x="4111625" y="1597025"/>
          <p14:tracePt t="7837" x="4137025" y="1597025"/>
          <p14:tracePt t="7852" x="4230688" y="1597025"/>
          <p14:tracePt t="7858" x="4291013" y="1597025"/>
          <p14:tracePt t="7875" x="4476750" y="1639888"/>
          <p14:tracePt t="7893" x="4689475" y="1657350"/>
          <p14:tracePt t="7909" x="4902200" y="1674813"/>
          <p14:tracePt t="7927" x="5148263" y="1665288"/>
          <p14:tracePt t="7943" x="5241925" y="1665288"/>
          <p14:tracePt t="7945" x="5302250" y="1665288"/>
          <p14:tracePt t="7959" x="5411788" y="1665288"/>
          <p14:tracePt t="7976" x="5505450" y="1682750"/>
          <p14:tracePt t="7992" x="5607050" y="1700213"/>
          <p14:tracePt t="8009" x="5657850" y="1700213"/>
          <p14:tracePt t="8011" x="5667375" y="1700213"/>
          <p14:tracePt t="8025" x="5692775" y="1700213"/>
          <p14:tracePt t="8043" x="5743575" y="1700213"/>
          <p14:tracePt t="8060" x="5786438" y="1700213"/>
          <p14:tracePt t="8061" x="5811838" y="1700213"/>
          <p14:tracePt t="8076" x="5845175" y="1700213"/>
          <p14:tracePt t="8092" x="5888038" y="1716088"/>
          <p14:tracePt t="8109" x="5930900" y="1716088"/>
          <p14:tracePt t="8126" x="6007100" y="1716088"/>
          <p14:tracePt t="8141" x="6057900" y="1716088"/>
          <p14:tracePt t="8160" x="6126163" y="1716088"/>
          <p14:tracePt t="8175" x="6167438" y="1716088"/>
          <p14:tracePt t="8191" x="6219825" y="1716088"/>
          <p14:tracePt t="8209" x="6253163" y="1708150"/>
          <p14:tracePt t="8211" x="6286500" y="1708150"/>
          <p14:tracePt t="8226" x="6338888" y="1700213"/>
          <p14:tracePt t="8242" x="6397625" y="1700213"/>
          <p14:tracePt t="8259" x="6440488" y="1700213"/>
          <p14:tracePt t="8275" x="6483350" y="1700213"/>
          <p14:tracePt t="8291" x="6516688" y="1700213"/>
          <p14:tracePt t="8309" x="6559550" y="1700213"/>
          <p14:tracePt t="8325" x="6592888" y="1700213"/>
          <p14:tracePt t="8342" x="6661150" y="1700213"/>
          <p14:tracePt t="8358" x="6711950" y="1700213"/>
          <p14:tracePt t="8377" x="6780213" y="1682750"/>
          <p14:tracePt t="8392" x="6823075" y="1682750"/>
          <p14:tracePt t="8395" x="6856413" y="1682750"/>
          <p14:tracePt t="8409" x="6942138" y="1682750"/>
          <p14:tracePt t="8427" x="7043738" y="1665288"/>
          <p14:tracePt t="8441" x="7137400" y="1665288"/>
          <p14:tracePt t="8458" x="7213600" y="1657350"/>
          <p14:tracePt t="8460" x="7272338" y="1657350"/>
          <p14:tracePt t="8477" x="7332663" y="1639888"/>
          <p14:tracePt t="8492" x="7426325" y="1639888"/>
          <p14:tracePt t="8508" x="7596188" y="1622425"/>
          <p14:tracePt t="8525" x="7791450" y="1622425"/>
          <p14:tracePt t="8541" x="7885113" y="1606550"/>
          <p14:tracePt t="8560" x="7994650" y="1606550"/>
          <p14:tracePt t="8575" x="8070850" y="1606550"/>
          <p14:tracePt t="8592" x="8121650" y="1606550"/>
          <p14:tracePt t="8595" x="8174038" y="1606550"/>
          <p14:tracePt t="8609" x="8224838" y="1606550"/>
          <p14:tracePt t="8625" x="8301038" y="1606550"/>
          <p14:tracePt t="8643" x="8394700" y="1606550"/>
          <p14:tracePt t="8658" x="8445500" y="1606550"/>
          <p14:tracePt t="8660" x="8470900" y="1606550"/>
          <p14:tracePt t="8676" x="8547100" y="1589088"/>
          <p14:tracePt t="8677" x="8555038" y="1589088"/>
          <p14:tracePt t="8693" x="8605838" y="1589088"/>
          <p14:tracePt t="8709" x="8666163" y="1571625"/>
          <p14:tracePt t="8725" x="8691563" y="1571625"/>
          <p14:tracePt t="8742" x="8742363" y="1571625"/>
          <p14:tracePt t="8758" x="8767763" y="1571625"/>
          <p14:tracePt t="8776" x="8777288" y="1571625"/>
          <p14:tracePt t="8778" x="8793163" y="1571625"/>
          <p14:tracePt t="8792" x="8802688" y="1571625"/>
          <p14:tracePt t="8808" x="8828088" y="1571625"/>
          <p14:tracePt t="8826" x="8843963" y="1571625"/>
          <p14:tracePt t="8842" x="8861425" y="1571625"/>
          <p14:tracePt t="8868" x="8878888" y="1571625"/>
          <p14:tracePt t="8882" x="8869363" y="1571625"/>
          <p14:tracePt t="8903" x="8861425" y="1571625"/>
          <p14:tracePt t="8916" x="8853488" y="1571625"/>
          <p14:tracePt t="8931" x="8828088" y="1571625"/>
          <p14:tracePt t="8941" x="8810625" y="1571625"/>
          <p14:tracePt t="8958" x="8785225" y="1571625"/>
          <p14:tracePt t="8975" x="8750300" y="1571625"/>
          <p14:tracePt t="8991" x="8709025" y="1571625"/>
          <p14:tracePt t="9009" x="8666163" y="1571625"/>
          <p14:tracePt t="9024" x="8605838" y="1571625"/>
          <p14:tracePt t="9041" x="8513763" y="1571625"/>
          <p14:tracePt t="9058" x="8385175" y="1571625"/>
          <p14:tracePt t="9060" x="8240713" y="1589088"/>
          <p14:tracePt t="9075" x="8004175" y="1606550"/>
          <p14:tracePt t="9093" x="7621588" y="1674813"/>
          <p14:tracePt t="9107" x="7272338" y="1784350"/>
          <p14:tracePt t="9125" x="7000875" y="1844675"/>
          <p14:tracePt t="9142" x="6669088" y="1920875"/>
          <p14:tracePt t="9158" x="6456363" y="1938338"/>
          <p14:tracePt t="9176" x="6100763" y="2005013"/>
          <p14:tracePt t="9192" x="5819775" y="2065338"/>
          <p14:tracePt t="9209" x="5556250" y="2108200"/>
          <p14:tracePt t="9211" x="5403850" y="2124075"/>
          <p14:tracePt t="9226" x="5003800" y="2174875"/>
          <p14:tracePt t="9241" x="4706938" y="2235200"/>
          <p14:tracePt t="9257" x="4392613" y="2260600"/>
          <p14:tracePt t="9274" x="3933825" y="2344738"/>
          <p14:tracePt t="9291" x="3406775" y="2438400"/>
          <p14:tracePt t="9308" x="3152775" y="2438400"/>
          <p14:tracePt t="9311" x="3033713" y="2438400"/>
          <p14:tracePt t="9325" x="2889250" y="2438400"/>
          <p14:tracePt t="9340" x="2778125" y="2430463"/>
          <p14:tracePt t="9359" x="2676525" y="2430463"/>
          <p14:tracePt t="9374" x="2633663" y="2430463"/>
          <p14:tracePt t="9377" x="2625725" y="2430463"/>
          <p14:tracePt t="9379" x="2600325" y="2430463"/>
          <p14:tracePt t="9391" x="2582863" y="2430463"/>
          <p14:tracePt t="9394" x="2557463" y="2430463"/>
          <p14:tracePt t="9409" x="2524125" y="2430463"/>
          <p14:tracePt t="9424" x="2497138" y="2430463"/>
          <p14:tracePt t="9440" x="2471738" y="2430463"/>
          <p14:tracePt t="9459" x="2446338" y="2430463"/>
          <p14:tracePt t="9474" x="2420938" y="2430463"/>
          <p14:tracePt t="9492" x="2395538" y="2430463"/>
          <p14:tracePt t="9507" x="2379663" y="2430463"/>
          <p14:tracePt t="9525" x="2352675" y="2430463"/>
          <p14:tracePt t="9542" x="2327275" y="2413000"/>
          <p14:tracePt t="9557" x="2311400" y="2405063"/>
          <p14:tracePt t="9575" x="2276475" y="2405063"/>
          <p14:tracePt t="9592" x="2251075" y="2397125"/>
          <p14:tracePt t="9607" x="2243138" y="2397125"/>
          <p14:tracePt t="9624" x="2217738" y="2379663"/>
          <p14:tracePt t="9641" x="2192338" y="2371725"/>
          <p14:tracePt t="9657" x="2149475" y="2371725"/>
          <p14:tracePt t="9675" x="2116138" y="2371725"/>
          <p14:tracePt t="9690" x="2090738" y="2371725"/>
          <p14:tracePt t="9708" x="2065338" y="2371725"/>
          <p14:tracePt t="9724" x="2055813" y="2371725"/>
          <p14:tracePt t="9726" x="2047875" y="2371725"/>
          <p14:tracePt t="9741" x="2022475" y="2371725"/>
          <p14:tracePt t="9758" x="2005013" y="2371725"/>
          <p14:tracePt t="9774" x="1971675" y="2371725"/>
          <p14:tracePt t="9790" x="1954213" y="2371725"/>
          <p14:tracePt t="9809" x="1920875" y="2371725"/>
          <p14:tracePt t="9824" x="1911350" y="2371725"/>
          <p14:tracePt t="9841" x="1885950" y="2371725"/>
          <p14:tracePt t="9843" x="1868488" y="2371725"/>
          <p14:tracePt t="9857" x="1860550" y="2371725"/>
          <p14:tracePt t="9874" x="1852613" y="2371725"/>
          <p14:tracePt t="9891" x="1835150" y="2371725"/>
          <p14:tracePt t="9907" x="1809750" y="2371725"/>
          <p14:tracePt t="9926" x="1784350" y="2371725"/>
          <p14:tracePt t="9962" x="1776413" y="2371725"/>
          <p14:tracePt t="9983" x="1758950" y="2371725"/>
          <p14:tracePt t="10005" x="1749425" y="2371725"/>
          <p14:tracePt t="10123" x="1749425" y="2387600"/>
          <p14:tracePt t="11794" x="1893888" y="2387600"/>
          <p14:tracePt t="11813" x="3211513" y="2438400"/>
          <p14:tracePt t="11820" x="3517900" y="2438400"/>
          <p14:tracePt t="11839" x="4027488" y="2438400"/>
          <p14:tracePt t="11841" x="4248150" y="2438400"/>
          <p14:tracePt t="11856" x="4621213" y="2422525"/>
          <p14:tracePt t="11871" x="4987925" y="2422525"/>
          <p14:tracePt t="11888" x="5360988" y="2405063"/>
          <p14:tracePt t="11907" x="5786438" y="2405063"/>
          <p14:tracePt t="11922" x="5938838" y="2405063"/>
          <p14:tracePt t="11939" x="6116638" y="2405063"/>
          <p14:tracePt t="11940" x="6159500" y="2405063"/>
          <p14:tracePt t="11956" x="6227763" y="2405063"/>
          <p14:tracePt t="11972" x="6286500" y="2405063"/>
          <p14:tracePt t="11988" x="6311900" y="2405063"/>
          <p14:tracePt t="12005" x="6364288" y="2422525"/>
          <p14:tracePt t="12025" x="6372225" y="2422525"/>
          <p14:tracePt t="12039" x="6380163" y="2422525"/>
          <p14:tracePt t="12055" x="6405563" y="2422525"/>
          <p14:tracePt t="12072" x="6448425" y="2422525"/>
          <p14:tracePt t="12090" x="6516688" y="2422525"/>
          <p14:tracePt t="12105" x="6584950" y="2422525"/>
          <p14:tracePt t="12121" x="6635750" y="2422525"/>
          <p14:tracePt t="12138" x="6754813" y="2422525"/>
          <p14:tracePt t="12156" x="6813550" y="2413000"/>
          <p14:tracePt t="12158" x="6856413" y="2413000"/>
          <p14:tracePt t="12172" x="6907213" y="2397125"/>
          <p14:tracePt t="12174" x="6932613" y="2397125"/>
          <p14:tracePt t="12188" x="7008813" y="2387600"/>
          <p14:tracePt t="12206" x="7059613" y="2371725"/>
          <p14:tracePt t="12208" x="7085013" y="2371725"/>
          <p14:tracePt t="12222" x="7112000" y="2371725"/>
          <p14:tracePt t="12238" x="7137400" y="2371725"/>
          <p14:tracePt t="12255" x="7145338" y="2371725"/>
          <p14:tracePt t="12258" x="7162800" y="2371725"/>
          <p14:tracePt t="12272" x="7188200" y="2371725"/>
          <p14:tracePt t="12288" x="7196138" y="2371725"/>
          <p14:tracePt t="12306" x="7221538" y="2371725"/>
          <p14:tracePt t="12321" x="7229475" y="2371725"/>
          <p14:tracePt t="12338" x="7246938" y="2371725"/>
          <p14:tracePt t="12340" x="7256463" y="2371725"/>
          <p14:tracePt t="12361" x="7272338" y="2371725"/>
          <p14:tracePt t="12370" x="7281863" y="2371725"/>
          <p14:tracePt t="12389" x="7289800" y="2371725"/>
          <p14:tracePt t="12391" x="7307263" y="2371725"/>
          <p14:tracePt t="12404" x="7315200" y="2371725"/>
          <p14:tracePt t="12422" x="7340600" y="2371725"/>
          <p14:tracePt t="12424" x="7358063" y="2371725"/>
          <p14:tracePt t="12439" x="7383463" y="2371725"/>
          <p14:tracePt t="12454" x="7391400" y="2371725"/>
          <p14:tracePt t="12471" x="7416800" y="2371725"/>
          <p14:tracePt t="12473" x="7426325" y="2371725"/>
          <p14:tracePt t="12489" x="7442200" y="2371725"/>
          <p14:tracePt t="12505" x="7451725" y="2371725"/>
          <p14:tracePt t="12522" x="7477125" y="2371725"/>
          <p14:tracePt t="12538" x="7485063" y="2371725"/>
          <p14:tracePt t="12555" x="7510463" y="2371725"/>
          <p14:tracePt t="12558" x="7527925" y="2371725"/>
          <p14:tracePt t="12572" x="7535863" y="2379663"/>
          <p14:tracePt t="12588" x="7545388" y="2379663"/>
          <p14:tracePt t="12606" x="7570788" y="2379663"/>
          <p14:tracePt t="12622" x="7586663" y="2379663"/>
          <p14:tracePt t="12637" x="7596188" y="2379663"/>
          <p14:tracePt t="12656" x="7612063" y="2379663"/>
          <p14:tracePt t="12671" x="7621588" y="2379663"/>
          <p14:tracePt t="12698" x="7629525" y="2379663"/>
          <p14:tracePt t="12725" x="7646988" y="2379663"/>
          <p14:tracePt t="12739" x="7654925" y="2379663"/>
          <p14:tracePt t="12775" x="7672388" y="2379663"/>
          <p14:tracePt t="12797" x="7680325" y="2379663"/>
          <p14:tracePt t="12916" x="7697788" y="2379663"/>
          <p14:tracePt t="12937" x="7705725" y="2379663"/>
          <p14:tracePt t="12973" x="7715250" y="2379663"/>
          <p14:tracePt t="12992" x="7731125" y="2379663"/>
          <p14:tracePt t="13021" x="7740650" y="2379663"/>
          <p14:tracePt t="13035" x="7756525" y="2379663"/>
          <p14:tracePt t="13040" x="7748588" y="2379663"/>
          <p14:tracePt t="13054" x="7756525" y="2379663"/>
          <p14:tracePt t="13071" x="7766050" y="2387600"/>
          <p14:tracePt t="13210" x="7748588" y="2387600"/>
          <p14:tracePt t="13223" x="7740650" y="2387600"/>
          <p14:tracePt t="13230" x="7723188" y="2387600"/>
          <p14:tracePt t="13245" x="7715250" y="2371725"/>
          <p14:tracePt t="13254" x="7705725" y="2371725"/>
          <p14:tracePt t="13270" x="7688263" y="2362200"/>
          <p14:tracePt t="13287" x="7662863" y="2362200"/>
          <p14:tracePt t="13289" x="7654925" y="2362200"/>
          <p14:tracePt t="13304" x="7612063" y="2344738"/>
          <p14:tracePt t="13321" x="7545388" y="2336800"/>
          <p14:tracePt t="13336" x="7340600" y="2344738"/>
          <p14:tracePt t="13354" x="7112000" y="2362200"/>
          <p14:tracePt t="13373" x="6643688" y="2430463"/>
          <p14:tracePt t="13386" x="6346825" y="2473325"/>
          <p14:tracePt t="13403" x="6142038" y="2506663"/>
          <p14:tracePt t="13422" x="5726113" y="2592388"/>
          <p14:tracePt t="13436" x="5411788" y="2608263"/>
          <p14:tracePt t="13455" x="5140325" y="2676525"/>
          <p14:tracePt t="13470" x="4765675" y="2693988"/>
          <p14:tracePt t="13488" x="4529138" y="2719388"/>
          <p14:tracePt t="13504" x="4332288" y="2719388"/>
          <p14:tracePt t="13521" x="4222750" y="2727325"/>
          <p14:tracePt t="13537" x="4154488" y="2744788"/>
          <p14:tracePt t="13554" x="4078288" y="2744788"/>
          <p14:tracePt t="13556" x="4035425" y="2744788"/>
          <p14:tracePt t="13570" x="3959225" y="2762250"/>
          <p14:tracePt t="13587" x="3848100" y="2778125"/>
          <p14:tracePt t="13589" x="3806825" y="2778125"/>
          <p14:tracePt t="13604" x="3652838" y="2795588"/>
          <p14:tracePt t="13620" x="3482975" y="2795588"/>
          <p14:tracePt t="13636" x="3244850" y="2813050"/>
          <p14:tracePt t="13638" x="3152775" y="2830513"/>
          <p14:tracePt t="13654" x="3074988" y="2846388"/>
          <p14:tracePt t="13671" x="2990850" y="2846388"/>
          <p14:tracePt t="13673" x="2955925" y="2846388"/>
          <p14:tracePt t="13688" x="2905125" y="2863850"/>
          <p14:tracePt t="13703" x="2828925" y="2871788"/>
          <p14:tracePt t="13722" x="2735263" y="2871788"/>
          <p14:tracePt t="13736" x="2684463" y="2871788"/>
          <p14:tracePt t="13753" x="2590800" y="2871788"/>
          <p14:tracePt t="13772" x="2506663" y="2889250"/>
          <p14:tracePt t="13786" x="2481263" y="2889250"/>
          <p14:tracePt t="13803" x="2446338" y="2889250"/>
          <p14:tracePt t="13820" x="2420938" y="2889250"/>
          <p14:tracePt t="13836" x="2395538" y="2889250"/>
          <p14:tracePt t="13854" x="2370138" y="2889250"/>
          <p14:tracePt t="13869" x="2344738" y="2889250"/>
          <p14:tracePt t="13887" x="2319338" y="2906713"/>
          <p14:tracePt t="13904" x="2301875" y="2914650"/>
          <p14:tracePt t="13919" x="2276475" y="2914650"/>
          <p14:tracePt t="13937" x="2260600" y="2922588"/>
          <p14:tracePt t="13939" x="2235200" y="2922588"/>
          <p14:tracePt t="13967" x="2225675" y="2922588"/>
          <p14:tracePt t="13974" x="2225675" y="2940050"/>
          <p14:tracePt t="13989" x="2208213" y="2932113"/>
          <p14:tracePt t="13990" x="2208213" y="2940050"/>
          <p14:tracePt t="14003" x="2182813" y="2940050"/>
          <p14:tracePt t="14021" x="2166938" y="2940050"/>
          <p14:tracePt t="14038" x="2141538" y="2940050"/>
          <p14:tracePt t="14054" x="2116138" y="2940050"/>
          <p14:tracePt t="14070" x="2090738" y="2940050"/>
          <p14:tracePt t="14087" x="2065338" y="2949575"/>
          <p14:tracePt t="14103" x="2038350" y="2949575"/>
          <p14:tracePt t="14122" x="2012950" y="2965450"/>
          <p14:tracePt t="14136" x="1997075" y="2965450"/>
          <p14:tracePt t="14154" x="1971675" y="2965450"/>
          <p14:tracePt t="14170" x="1946275" y="2974975"/>
          <p14:tracePt t="14185" x="1920875" y="2974975"/>
          <p14:tracePt t="14202" x="1893888" y="2982913"/>
          <p14:tracePt t="14221" x="1860550" y="2982913"/>
          <p14:tracePt t="14237" x="1835150" y="2982913"/>
          <p14:tracePt t="14253" x="1801813" y="3000375"/>
          <p14:tracePt t="14269" x="1758950" y="3000375"/>
          <p14:tracePt t="14286" x="1733550" y="3000375"/>
          <p14:tracePt t="14303" x="1708150" y="3000375"/>
          <p14:tracePt t="14320" x="1690688" y="3000375"/>
          <p14:tracePt t="14336" x="1665288" y="3000375"/>
          <p14:tracePt t="14354" x="1647825" y="3000375"/>
          <p14:tracePt t="14355" x="1639888" y="3000375"/>
          <p14:tracePt t="14370" x="1614488" y="3000375"/>
          <p14:tracePt t="14388" x="1579563" y="3000375"/>
          <p14:tracePt t="14403" x="1546225" y="3000375"/>
          <p14:tracePt t="14421" x="1520825" y="3000375"/>
          <p14:tracePt t="14438" x="1487488" y="3000375"/>
          <p14:tracePt t="14453" x="1462088" y="3000375"/>
          <p14:tracePt t="14470" x="1435100" y="3000375"/>
          <p14:tracePt t="14473" x="1427163" y="3000375"/>
          <p14:tracePt t="14487" x="1401763" y="3000375"/>
          <p14:tracePt t="14503" x="1368425" y="3000375"/>
          <p14:tracePt t="14521" x="1350963" y="3000375"/>
          <p14:tracePt t="14536" x="1325563" y="3000375"/>
          <p14:tracePt t="14555" x="1300163" y="3000375"/>
          <p14:tracePt t="14556" x="1290638" y="3000375"/>
          <p14:tracePt t="14571" x="1265238" y="3000375"/>
          <p14:tracePt t="14587" x="1249363" y="3000375"/>
          <p14:tracePt t="14604" x="1223963" y="2982913"/>
          <p14:tracePt t="14605" x="1214438" y="2982913"/>
          <p14:tracePt t="14620" x="1206500" y="2974975"/>
          <p14:tracePt t="14636" x="1181100" y="2974975"/>
          <p14:tracePt t="14653" x="1163638" y="2957513"/>
          <p14:tracePt t="14670" x="1155700" y="2957513"/>
          <p14:tracePt t="14686" x="1130300" y="2957513"/>
          <p14:tracePt t="14704" x="1104900" y="2957513"/>
          <p14:tracePt t="14719" x="1095375" y="2957513"/>
          <p14:tracePt t="14738" x="1079500" y="2957513"/>
          <p14:tracePt t="14754" x="1069975" y="2949575"/>
          <p14:tracePt t="14769" x="1062038" y="2949575"/>
          <p14:tracePt t="14788" x="1062038" y="2940050"/>
          <p14:tracePt t="14802" x="1044575" y="2940050"/>
          <p14:tracePt t="14820" x="1044575" y="2922588"/>
          <p14:tracePt t="14837" x="1036638" y="2922588"/>
          <p14:tracePt t="14840" x="1036638" y="2914650"/>
          <p14:tracePt t="14853" x="1036638" y="2897188"/>
          <p14:tracePt t="14957" x="1054100" y="2897188"/>
          <p14:tracePt t="14964" x="1044575" y="2897188"/>
          <p14:tracePt t="14969" x="1054100" y="2897188"/>
          <p14:tracePt t="14991" x="1062038" y="2906713"/>
          <p14:tracePt t="15012" x="1062038" y="2914650"/>
          <p14:tracePt t="15019" x="1069975" y="2914650"/>
          <p14:tracePt t="15035" x="1087438" y="2914650"/>
          <p14:tracePt t="15052" x="1095375" y="2932113"/>
          <p14:tracePt t="15053" x="1112838" y="2932113"/>
          <p14:tracePt t="15070" x="1120775" y="2940050"/>
          <p14:tracePt t="15085" x="1138238" y="2940050"/>
          <p14:tracePt t="15104" x="1155700" y="2949575"/>
          <p14:tracePt t="15119" x="1173163" y="2949575"/>
          <p14:tracePt t="15136" x="1181100" y="2965450"/>
          <p14:tracePt t="15153" x="1198563" y="2965450"/>
          <p14:tracePt t="15154" x="1206500" y="2974975"/>
          <p14:tracePt t="15168" x="1214438" y="2990850"/>
          <p14:tracePt t="15187" x="1239838" y="2990850"/>
          <p14:tracePt t="15208" x="1257300" y="2990850"/>
          <p14:tracePt t="15222" x="1265238" y="2990850"/>
          <p14:tracePt t="15250" x="1282700" y="2990850"/>
          <p14:tracePt t="15266" x="1290638" y="2990850"/>
          <p14:tracePt t="15307" x="1300163" y="2990850"/>
          <p14:tracePt t="15328" x="1317625" y="2990850"/>
          <p14:tracePt t="15363" x="1325563" y="2990850"/>
          <p14:tracePt t="15369" x="1343025" y="2990850"/>
          <p14:tracePt t="15377" x="1350963" y="2990850"/>
          <p14:tracePt t="15390" x="1350963" y="2982913"/>
          <p14:tracePt t="15401" x="1368425" y="2982913"/>
          <p14:tracePt t="15420" x="1376363" y="2982913"/>
          <p14:tracePt t="15421" x="1384300" y="2982913"/>
          <p14:tracePt t="15434" x="1401763" y="2982913"/>
          <p14:tracePt t="15452" x="1409700" y="2982913"/>
          <p14:tracePt t="15469" x="1427163" y="2974975"/>
          <p14:tracePt t="15485" x="1444625" y="2957513"/>
          <p14:tracePt t="15503" x="1462088" y="2957513"/>
          <p14:tracePt t="15518" x="1470025" y="2957513"/>
          <p14:tracePt t="15535" x="1487488" y="2957513"/>
          <p14:tracePt t="15553" x="1495425" y="2957513"/>
          <p14:tracePt t="15568" x="1512888" y="2957513"/>
          <p14:tracePt t="15586" x="1520825" y="2949575"/>
          <p14:tracePt t="15603" x="1528763" y="2949575"/>
          <p14:tracePt t="15619" x="1546225" y="2949575"/>
          <p14:tracePt t="15637" x="1554163" y="2949575"/>
          <p14:tracePt t="15653" x="1571625" y="2949575"/>
          <p14:tracePt t="15668" x="1579563" y="2949575"/>
          <p14:tracePt t="15685" x="1597025" y="2949575"/>
          <p14:tracePt t="15706" x="1606550" y="2949575"/>
          <p14:tracePt t="15718" x="1614488" y="2949575"/>
          <p14:tracePt t="15742" x="1631950" y="2940050"/>
          <p14:tracePt t="15755" x="1639888" y="2940050"/>
          <p14:tracePt t="15791" x="1657350" y="2940050"/>
          <p14:tracePt t="15797" x="1657350" y="2922588"/>
          <p14:tracePt t="15804" x="1665288" y="2932113"/>
          <p14:tracePt t="15818" x="1665288" y="2922588"/>
          <p14:tracePt t="15835" x="1682750" y="2922588"/>
          <p14:tracePt t="15852" x="1690688" y="2922588"/>
          <p14:tracePt t="15869" x="1716088" y="2914650"/>
          <p14:tracePt t="15884" x="1724025" y="2914650"/>
          <p14:tracePt t="15902" x="1741488" y="2914650"/>
          <p14:tracePt t="15918" x="1749425" y="2914650"/>
          <p14:tracePt t="15935" x="1758950" y="2897188"/>
          <p14:tracePt t="15938" x="1776413" y="2897188"/>
          <p14:tracePt t="15953" x="1784350" y="2897188"/>
          <p14:tracePt t="15968" x="1801813" y="2897188"/>
          <p14:tracePt t="15985" x="1809750" y="2889250"/>
          <p14:tracePt t="16002" x="1835150" y="2871788"/>
          <p14:tracePt t="16018" x="1860550" y="2871788"/>
          <p14:tracePt t="16036" x="1885950" y="2863850"/>
          <p14:tracePt t="16053" x="1893888" y="2863850"/>
          <p14:tracePt t="16068" x="1920875" y="2863850"/>
          <p14:tracePt t="16085" x="1946275" y="2863850"/>
          <p14:tracePt t="16101" x="1971675" y="2855913"/>
          <p14:tracePt t="16119" x="1979613" y="2855913"/>
          <p14:tracePt t="16121" x="2005013" y="2855913"/>
          <p14:tracePt t="16135" x="2022475" y="2838450"/>
          <p14:tracePt t="16151" x="2047875" y="2838450"/>
          <p14:tracePt t="16168" x="2055813" y="2838450"/>
          <p14:tracePt t="16172" x="2065338" y="2838450"/>
          <p14:tracePt t="16184" x="2090738" y="2838450"/>
          <p14:tracePt t="16202" x="2116138" y="2838450"/>
          <p14:tracePt t="16204" x="2132013" y="2838450"/>
          <p14:tracePt t="16219" x="2141538" y="2838450"/>
          <p14:tracePt t="16235" x="2182813" y="2838450"/>
          <p14:tracePt t="16253" x="2217738" y="2838450"/>
          <p14:tracePt t="16269" x="2225675" y="2838450"/>
          <p14:tracePt t="16285" x="2251075" y="2838450"/>
          <p14:tracePt t="16301" x="2276475" y="2830513"/>
          <p14:tracePt t="16319" x="2319338" y="2830513"/>
          <p14:tracePt t="16334" x="2352675" y="2830513"/>
          <p14:tracePt t="16352" x="2395538" y="2830513"/>
          <p14:tracePt t="16367" x="2430463" y="2830513"/>
          <p14:tracePt t="16385" x="2455863" y="2830513"/>
          <p14:tracePt t="16387" x="2481263" y="2830513"/>
          <p14:tracePt t="16400" x="2497138" y="2830513"/>
          <p14:tracePt t="16402" x="2506663" y="2830513"/>
          <p14:tracePt t="16418" x="2540000" y="2830513"/>
          <p14:tracePt t="16434" x="2582863" y="2830513"/>
          <p14:tracePt t="16451" x="2633663" y="2813050"/>
          <p14:tracePt t="16468" x="2668588" y="2813050"/>
          <p14:tracePt t="16471" x="2668588" y="2805113"/>
          <p14:tracePt t="16486" x="2709863" y="2805113"/>
          <p14:tracePt t="16500" x="2744788" y="2805113"/>
          <p14:tracePt t="16518" x="2770188" y="2805113"/>
          <p14:tracePt t="16520" x="2786063" y="2805113"/>
          <p14:tracePt t="16534" x="2795588" y="2805113"/>
          <p14:tracePt t="16536" x="2803525" y="2805113"/>
          <p14:tracePt t="16552" x="2828925" y="2787650"/>
          <p14:tracePt t="16570" x="2871788" y="2787650"/>
          <p14:tracePt t="16584" x="2879725" y="2787650"/>
          <p14:tracePt t="16602" x="2905125" y="2787650"/>
          <p14:tracePt t="16604" x="2914650" y="2787650"/>
          <p14:tracePt t="16618" x="2930525" y="2787650"/>
          <p14:tracePt t="16620" x="2940050" y="2787650"/>
          <p14:tracePt t="16634" x="2965450" y="2778125"/>
          <p14:tracePt t="16651" x="2990850" y="2778125"/>
          <p14:tracePt t="16653" x="3016250" y="2778125"/>
          <p14:tracePt t="16669" x="3041650" y="2778125"/>
          <p14:tracePt t="16684" x="3100388" y="2762250"/>
          <p14:tracePt t="16703" x="3194050" y="2762250"/>
          <p14:tracePt t="16718" x="3254375" y="2752725"/>
          <p14:tracePt t="16734" x="3287713" y="2752725"/>
          <p14:tracePt t="16750" x="3348038" y="2752725"/>
          <p14:tracePt t="16767" x="3406775" y="2752725"/>
          <p14:tracePt t="16786" x="3432175" y="2752725"/>
          <p14:tracePt t="16787" x="3449638" y="2752725"/>
          <p14:tracePt t="16802" x="3475038" y="2752725"/>
          <p14:tracePt t="16817" x="3500438" y="2752725"/>
          <p14:tracePt t="16834" x="3517900" y="2752725"/>
          <p14:tracePt t="16836" x="3533775" y="2752725"/>
          <p14:tracePt t="16851" x="3559175" y="2752725"/>
          <p14:tracePt t="16867" x="3586163" y="2752725"/>
          <p14:tracePt t="16885" x="3594100" y="2752725"/>
          <p14:tracePt t="16886" x="3602038" y="2752725"/>
          <p14:tracePt t="16900" x="3627438" y="2752725"/>
          <p14:tracePt t="16919" x="3652838" y="2752725"/>
          <p14:tracePt t="16935" x="3678238" y="2752725"/>
          <p14:tracePt t="16950" x="3703638" y="2752725"/>
          <p14:tracePt t="16968" x="3713163" y="2752725"/>
          <p14:tracePt t="16970" x="3729038" y="2752725"/>
          <p14:tracePt t="16984" x="3738563" y="2752725"/>
          <p14:tracePt t="17001" x="3756025" y="2752725"/>
          <p14:tracePt t="17018" x="3771900" y="2752725"/>
          <p14:tracePt t="17034" x="3789363" y="2752725"/>
          <p14:tracePt t="17051" x="3797300" y="2752725"/>
          <p14:tracePt t="17053" x="3814763" y="2752725"/>
          <p14:tracePt t="17068" x="3822700" y="2752725"/>
          <p14:tracePt t="17087" x="3840163" y="2752725"/>
          <p14:tracePt t="17102" x="3848100" y="2752725"/>
          <p14:tracePt t="17116" x="3857625" y="2752725"/>
          <p14:tracePt t="17133" x="3883025" y="2752725"/>
          <p14:tracePt t="17152" x="3900488" y="2752725"/>
          <p14:tracePt t="17167" x="3908425" y="2752725"/>
          <p14:tracePt t="17172" x="3916363" y="2752725"/>
          <p14:tracePt t="17185" x="3933825" y="2752725"/>
          <p14:tracePt t="17202" x="3941763" y="2752725"/>
          <p14:tracePt t="17217" x="3959225" y="2752725"/>
          <p14:tracePt t="17234" x="3967163" y="2752725"/>
          <p14:tracePt t="17250" x="3992563" y="2752725"/>
          <p14:tracePt t="17267" x="4002088" y="2770188"/>
          <p14:tracePt t="17283" x="4017963" y="2770188"/>
          <p14:tracePt t="17301" x="4044950" y="2770188"/>
          <p14:tracePt t="17318" x="4070350" y="2778125"/>
          <p14:tracePt t="17333" x="4095750" y="2778125"/>
          <p14:tracePt t="17351" x="4111625" y="2778125"/>
          <p14:tracePt t="17367" x="4129088" y="2778125"/>
          <p14:tracePt t="17384" x="4162425" y="2778125"/>
          <p14:tracePt t="17401" x="4187825" y="2778125"/>
          <p14:tracePt t="17403" x="4197350" y="2778125"/>
          <p14:tracePt t="17418" x="4214813" y="2778125"/>
          <p14:tracePt t="17420" x="4222750" y="2778125"/>
          <p14:tracePt t="17434" x="4240213" y="2778125"/>
          <p14:tracePt t="17450" x="4256088" y="2778125"/>
          <p14:tracePt t="17468" x="4298950" y="2778125"/>
          <p14:tracePt t="17483" x="4324350" y="2778125"/>
          <p14:tracePt t="17500" x="4349750" y="2778125"/>
          <p14:tracePt t="17517" x="4359275" y="2778125"/>
          <p14:tracePt t="17519" x="4367213" y="2778125"/>
          <p14:tracePt t="17534" x="4392613" y="2778125"/>
          <p14:tracePt t="17551" x="4418013" y="2778125"/>
          <p14:tracePt t="17566" x="4443413" y="2778125"/>
          <p14:tracePt t="17583" x="4468813" y="2778125"/>
          <p14:tracePt t="17600" x="4476750" y="2778125"/>
          <p14:tracePt t="17602" x="4494213" y="2778125"/>
          <p14:tracePt t="17617" x="4519613" y="2778125"/>
          <p14:tracePt t="17634" x="4529138" y="2778125"/>
          <p14:tracePt t="17636" x="4545013" y="2778125"/>
          <p14:tracePt t="17649" x="4562475" y="2778125"/>
          <p14:tracePt t="17667" x="4579938" y="2778125"/>
          <p14:tracePt t="17669" x="4587875" y="2778125"/>
          <p14:tracePt t="17684" x="4613275" y="2778125"/>
          <p14:tracePt t="17700" x="4630738" y="2778125"/>
          <p14:tracePt t="17717" x="4656138" y="2778125"/>
          <p14:tracePt t="17719" x="4664075" y="2778125"/>
          <p14:tracePt t="17734" x="4689475" y="2778125"/>
          <p14:tracePt t="17749" x="4724400" y="2778125"/>
          <p14:tracePt t="17768" x="4749800" y="2778125"/>
          <p14:tracePt t="17769" x="4765675" y="2778125"/>
          <p14:tracePt t="17783" x="4765675" y="2787650"/>
          <p14:tracePt t="17785" x="4775200" y="2787650"/>
          <p14:tracePt t="17799" x="4800600" y="2805113"/>
          <p14:tracePt t="17817" x="4826000" y="2805113"/>
          <p14:tracePt t="17832" x="4833938" y="2805113"/>
          <p14:tracePt t="17850" x="4851400" y="2805113"/>
          <p14:tracePt t="17852" x="4851400" y="2813050"/>
          <p14:tracePt t="17866" x="4859338" y="2813050"/>
          <p14:tracePt t="17928" x="4843463" y="2813050"/>
          <p14:tracePt t="17943" x="4833938" y="2813050"/>
          <p14:tracePt t="17950" x="4826000" y="2813050"/>
          <p14:tracePt t="17956" x="4808538" y="2813050"/>
          <p14:tracePt t="17965" x="4783138" y="2813050"/>
          <p14:tracePt t="17983" x="4757738" y="2795588"/>
          <p14:tracePt t="18001" x="4706938" y="2795588"/>
          <p14:tracePt t="18017" x="4673600" y="2795588"/>
          <p14:tracePt t="18033" x="4621213" y="2795588"/>
          <p14:tracePt t="18050" x="4519613" y="2795588"/>
          <p14:tracePt t="18065" x="4460875" y="2805113"/>
          <p14:tracePt t="18084" x="4375150" y="2805113"/>
          <p14:tracePt t="18086" x="4306888" y="2805113"/>
          <p14:tracePt t="18099" x="4103688" y="2820988"/>
          <p14:tracePt t="18116" x="3925888" y="2820988"/>
          <p14:tracePt t="18133" x="3746500" y="2838450"/>
          <p14:tracePt t="18135" x="3602038" y="2838450"/>
          <p14:tracePt t="18149" x="3398838" y="2855913"/>
          <p14:tracePt t="18166" x="3211513" y="2871788"/>
          <p14:tracePt t="18169" x="3092450" y="2889250"/>
          <p14:tracePt t="18183" x="2940050" y="2897188"/>
          <p14:tracePt t="18199" x="2760663" y="2897188"/>
          <p14:tracePt t="18217" x="2608263" y="2922588"/>
          <p14:tracePt t="18232" x="2532063" y="2922588"/>
          <p14:tracePt t="18250" x="2438400" y="2922588"/>
          <p14:tracePt t="18252" x="2413000" y="2940050"/>
          <p14:tracePt t="18267" x="2352675" y="2957513"/>
          <p14:tracePt t="18282" x="2276475" y="2957513"/>
          <p14:tracePt t="18303" x="2200275" y="2965450"/>
          <p14:tracePt t="18315" x="2166938" y="2965450"/>
          <p14:tracePt t="18333" x="2106613" y="2965450"/>
          <p14:tracePt t="18351" x="2005013" y="3000375"/>
          <p14:tracePt t="18365" x="1962150" y="3000375"/>
          <p14:tracePt t="18385" x="1868488" y="3016250"/>
          <p14:tracePt t="18399" x="1817688" y="3016250"/>
          <p14:tracePt t="18401" x="1792288" y="3016250"/>
          <p14:tracePt t="18415" x="1758950" y="3016250"/>
          <p14:tracePt t="18432" x="1716088" y="3016250"/>
          <p14:tracePt t="18434" x="1673225" y="3025775"/>
          <p14:tracePt t="18448" x="1665288" y="3025775"/>
          <p14:tracePt t="18465" x="1622425" y="3025775"/>
          <p14:tracePt t="18481" x="1614488" y="3025775"/>
          <p14:tracePt t="18499" x="1563688" y="3025775"/>
          <p14:tracePt t="18516" x="1554163" y="3025775"/>
          <p14:tracePt t="18518" x="1538288" y="3025775"/>
          <p14:tracePt t="18534" x="1538288" y="3041650"/>
          <p14:tracePt t="18549" x="1528763" y="3041650"/>
          <p14:tracePt t="18565" x="1503363" y="3051175"/>
          <p14:tracePt t="18582" x="1487488" y="3051175"/>
          <p14:tracePt t="18584" x="1477963" y="3051175"/>
          <p14:tracePt t="18602" x="1470025" y="3051175"/>
          <p14:tracePt t="18617" x="1444625" y="3051175"/>
          <p14:tracePt t="18645" x="1427163" y="3051175"/>
          <p14:tracePt t="18651" x="1419225" y="3051175"/>
          <p14:tracePt t="18686" x="1401763" y="3051175"/>
          <p14:tracePt t="18716" x="1393825" y="3051175"/>
          <p14:tracePt t="18729" x="1393825" y="3067050"/>
          <p14:tracePt t="18834" x="1409700" y="3067050"/>
          <p14:tracePt t="18855" x="1419225" y="3067050"/>
          <p14:tracePt t="18869" x="1435100" y="3067050"/>
          <p14:tracePt t="18883" x="1444625" y="3076575"/>
          <p14:tracePt t="18899" x="1470025" y="3076575"/>
          <p14:tracePt t="18915" x="1495425" y="3076575"/>
          <p14:tracePt t="18932" x="1528763" y="3084513"/>
          <p14:tracePt t="18949" x="1554163" y="3084513"/>
          <p14:tracePt t="18967" x="1606550" y="3084513"/>
          <p14:tracePt t="18983" x="1631950" y="3084513"/>
          <p14:tracePt t="18998" x="1657350" y="3084513"/>
          <p14:tracePt t="19017" x="1690688" y="3084513"/>
          <p14:tracePt t="19031" x="1716088" y="3084513"/>
          <p14:tracePt t="19048" x="1749425" y="3084513"/>
          <p14:tracePt t="19067" x="1852613" y="3084513"/>
          <p14:tracePt t="19082" x="1911350" y="3084513"/>
          <p14:tracePt t="19101" x="1971675" y="3084513"/>
          <p14:tracePt t="19117" x="2038350" y="3084513"/>
          <p14:tracePt t="19132" x="2116138" y="3084513"/>
          <p14:tracePt t="19150" x="2192338" y="3084513"/>
          <p14:tracePt t="19166" x="2251075" y="3084513"/>
          <p14:tracePt t="19183" x="2301875" y="3084513"/>
          <p14:tracePt t="19200" x="2370138" y="3084513"/>
          <p14:tracePt t="19214" x="2405063" y="3084513"/>
          <p14:tracePt t="19233" x="2489200" y="3084513"/>
          <p14:tracePt t="19249" x="2557463" y="3084513"/>
          <p14:tracePt t="19265" x="2616200" y="3084513"/>
          <p14:tracePt t="19281" x="2668588" y="3084513"/>
          <p14:tracePt t="19298" x="2752725" y="3084513"/>
          <p14:tracePt t="19314" x="2803525" y="3084513"/>
          <p14:tracePt t="19333" x="2854325" y="3084513"/>
          <p14:tracePt t="19347" x="2922588" y="3084513"/>
          <p14:tracePt t="19365" x="2955925" y="3084513"/>
          <p14:tracePt t="19383" x="3008313" y="3084513"/>
          <p14:tracePt t="19397" x="3049588" y="3084513"/>
          <p14:tracePt t="19414" x="3100388" y="3084513"/>
          <p14:tracePt t="19433" x="3152775" y="3084513"/>
          <p14:tracePt t="19449" x="3186113" y="3084513"/>
          <p14:tracePt t="19451" x="3211513" y="3084513"/>
          <p14:tracePt t="19466" x="3254375" y="3084513"/>
          <p14:tracePt t="19481" x="3305175" y="3084513"/>
          <p14:tracePt t="19499" x="3381375" y="3084513"/>
          <p14:tracePt t="19501" x="3424238" y="3067050"/>
          <p14:tracePt t="19516" x="3500438" y="3067050"/>
          <p14:tracePt t="19530" x="3576638" y="3067050"/>
          <p14:tracePt t="19548" x="3644900" y="3067050"/>
          <p14:tracePt t="19565" x="3713163" y="3051175"/>
          <p14:tracePt t="19581" x="3771900" y="3041650"/>
          <p14:tracePt t="19599" x="3832225" y="3041650"/>
          <p14:tracePt t="19614" x="3873500" y="3025775"/>
          <p14:tracePt t="19631" x="3900488" y="3025775"/>
          <p14:tracePt t="19633" x="3925888" y="3025775"/>
          <p14:tracePt t="19649" x="3933825" y="3025775"/>
          <p14:tracePt t="19665" x="3976688" y="3025775"/>
          <p14:tracePt t="19681" x="3992563" y="3025775"/>
          <p14:tracePt t="19698" x="4035425" y="3025775"/>
          <p14:tracePt t="19715" x="4060825" y="3025775"/>
          <p14:tracePt t="19732" x="4070350" y="3025775"/>
          <p14:tracePt t="19735" x="4086225" y="3025775"/>
          <p14:tracePt t="19747" x="4103688" y="3025775"/>
          <p14:tracePt t="19765" x="4121150" y="3025775"/>
          <p14:tracePt t="19767" x="4129088" y="3025775"/>
          <p14:tracePt t="19783" x="4154488" y="3025775"/>
          <p14:tracePt t="19798" x="4171950" y="3016250"/>
          <p14:tracePt t="19815" x="4187825" y="3016250"/>
          <p14:tracePt t="19832" x="4214813" y="3000375"/>
          <p14:tracePt t="19848" x="4240213" y="3000375"/>
          <p14:tracePt t="19866" x="4256088" y="3000375"/>
          <p14:tracePt t="19881" x="4265613" y="3000375"/>
          <p14:tracePt t="19898" x="4291013" y="3000375"/>
          <p14:tracePt t="19921" x="4298950" y="3000375"/>
          <p14:tracePt t="19949" x="4316413" y="3000375"/>
          <p14:tracePt t="19970" x="4324350" y="3000375"/>
          <p14:tracePt t="19998" x="4341813" y="3000375"/>
          <p14:tracePt t="20048" x="4349750" y="3000375"/>
          <p14:tracePt t="20105" x="4359275" y="3000375"/>
          <p14:tracePt t="20244" x="4349750" y="3000375"/>
          <p14:tracePt t="20264" x="4324350" y="3000375"/>
          <p14:tracePt t="20279" x="4306888" y="3000375"/>
          <p14:tracePt t="20285" x="4281488" y="3000375"/>
          <p14:tracePt t="20300" x="4256088" y="2990850"/>
          <p14:tracePt t="20316" x="4230688" y="2990850"/>
          <p14:tracePt t="20330" x="4187825" y="2990850"/>
          <p14:tracePt t="20349" x="4095750" y="2990850"/>
          <p14:tracePt t="20363" x="4010025" y="2974975"/>
          <p14:tracePt t="20380" x="3602038" y="3000375"/>
          <p14:tracePt t="20398" x="3008313" y="3000375"/>
          <p14:tracePt t="20413" x="2795588" y="3016250"/>
          <p14:tracePt t="20432" x="2506663" y="3059113"/>
          <p14:tracePt t="20433" x="2413000" y="3076575"/>
          <p14:tracePt t="20447" x="2344738" y="3094038"/>
          <p14:tracePt t="20449" x="2286000" y="3094038"/>
          <p14:tracePt t="20464" x="2174875" y="3094038"/>
          <p14:tracePt t="20480" x="2081213" y="3094038"/>
          <p14:tracePt t="20498" x="1928813" y="3109913"/>
          <p14:tracePt t="20513" x="1835150" y="3109913"/>
          <p14:tracePt t="20532" x="1733550" y="3127375"/>
          <p14:tracePt t="20547" x="1698625" y="3135313"/>
          <p14:tracePt t="20564" x="1622425" y="3152775"/>
          <p14:tracePt t="20581" x="1597025" y="3170238"/>
          <p14:tracePt t="20583" x="1571625" y="3170238"/>
          <p14:tracePt t="20598" x="1538288" y="3170238"/>
          <p14:tracePt t="20613" x="1495425" y="3178175"/>
          <p14:tracePt t="20631" x="1452563" y="3195638"/>
          <p14:tracePt t="20646" x="1409700" y="3203575"/>
          <p14:tracePt t="20664" x="1384300" y="3211513"/>
          <p14:tracePt t="20667" x="1358900" y="3228975"/>
          <p14:tracePt t="20681" x="1350963" y="3228975"/>
          <p14:tracePt t="20697" x="1333500" y="3238500"/>
          <p14:tracePt t="20715" x="1300163" y="3254375"/>
          <p14:tracePt t="20729" x="1290638" y="3254375"/>
          <p14:tracePt t="20747" x="1274763" y="3263900"/>
          <p14:tracePt t="20765" x="1249363" y="3279775"/>
          <p14:tracePt t="20784" x="1239838" y="3279775"/>
          <p14:tracePt t="20796" x="1239838" y="3289300"/>
          <p14:tracePt t="20813" x="1239838" y="3305175"/>
          <p14:tracePt t="20831" x="1239838" y="3314700"/>
          <p14:tracePt t="20854" x="1239838" y="3322638"/>
          <p14:tracePt t="20868" x="1257300" y="3340100"/>
          <p14:tracePt t="20888" x="1265238" y="3348038"/>
          <p14:tracePt t="20901" x="1282700" y="3348038"/>
          <p14:tracePt t="20912" x="1290638" y="3365500"/>
          <p14:tracePt t="20929" x="1290638" y="3373438"/>
          <p14:tracePt t="20930" x="1300163" y="3382963"/>
          <p14:tracePt t="20946" x="1317625" y="3382963"/>
          <p14:tracePt t="20962" x="1325563" y="3382963"/>
          <p14:tracePt t="20978" x="1350963" y="3398838"/>
          <p14:tracePt t="20999" x="1350963" y="3408363"/>
          <p14:tracePt t="21013" x="1368425" y="3408363"/>
          <p14:tracePt t="21029" x="1376363" y="3424238"/>
          <p14:tracePt t="21049" x="1376363" y="3433763"/>
          <p14:tracePt t="21065" x="1384300" y="3433763"/>
          <p14:tracePt t="21178" x="1401763" y="3433763"/>
          <p14:tracePt t="21197" x="1401763" y="3416300"/>
          <p14:tracePt t="21218" x="1409700" y="3416300"/>
          <p14:tracePt t="21225" x="1427163" y="3416300"/>
          <p14:tracePt t="21232" x="1419225" y="3416300"/>
          <p14:tracePt t="21246" x="1427163" y="3416300"/>
          <p14:tracePt t="21263" x="1435100" y="3416300"/>
          <p14:tracePt t="21311" x="1435100" y="3408363"/>
          <p14:tracePt t="21324" x="1435100" y="3390900"/>
          <p14:tracePt t="21339" x="1435100" y="3382963"/>
          <p14:tracePt t="21893" x="1452563" y="3382963"/>
          <p14:tracePt t="21898" x="1462088" y="3382963"/>
          <p14:tracePt t="21913" x="1503363" y="3382963"/>
          <p14:tracePt t="21929" x="1538288" y="3382963"/>
          <p14:tracePt t="21945" x="1563688" y="3398838"/>
          <p14:tracePt t="21962" x="1589088" y="3408363"/>
          <p14:tracePt t="21964" x="1597025" y="3408363"/>
          <p14:tracePt t="21979" x="1622425" y="3408363"/>
          <p14:tracePt t="21997" x="1665288" y="3408363"/>
          <p14:tracePt t="22012" x="1698625" y="3408363"/>
          <p14:tracePt t="22030" x="1724025" y="3408363"/>
          <p14:tracePt t="22032" x="1741488" y="3408363"/>
          <p14:tracePt t="22046" x="1749425" y="3408363"/>
          <p14:tracePt t="22062" x="1784350" y="3408363"/>
          <p14:tracePt t="22079" x="1827213" y="3408363"/>
          <p14:tracePt t="22081" x="1835150" y="3408363"/>
          <p14:tracePt t="22097" x="1860550" y="3408363"/>
          <p14:tracePt t="22113" x="1885950" y="3408363"/>
          <p14:tracePt t="22128" x="1911350" y="3408363"/>
          <p14:tracePt t="22145" x="1936750" y="3408363"/>
          <p14:tracePt t="22147" x="1946275" y="3408363"/>
          <p14:tracePt t="22163" x="1971675" y="3408363"/>
          <p14:tracePt t="22166" x="1997075" y="3408363"/>
          <p14:tracePt t="22180" x="2022475" y="3408363"/>
          <p14:tracePt t="22195" x="2047875" y="3424238"/>
          <p14:tracePt t="22212" x="2055813" y="3424238"/>
          <p14:tracePt t="22229" x="2081213" y="3424238"/>
          <p14:tracePt t="22246" x="2106613" y="3424238"/>
          <p14:tracePt t="22264" x="2132013" y="3424238"/>
          <p14:tracePt t="22279" x="2149475" y="3424238"/>
          <p14:tracePt t="22296" x="2166938" y="3424238"/>
          <p14:tracePt t="22314" x="2182813" y="3424238"/>
          <p14:tracePt t="22329" x="2208213" y="3424238"/>
          <p14:tracePt t="22345" x="2235200" y="3424238"/>
          <p14:tracePt t="22362" x="2260600" y="3424238"/>
          <p14:tracePt t="22378" x="2276475" y="3424238"/>
          <p14:tracePt t="22395" x="2301875" y="3424238"/>
          <p14:tracePt t="22412" x="2327275" y="3424238"/>
          <p14:tracePt t="22428" x="2344738" y="3424238"/>
          <p14:tracePt t="22444" x="2352675" y="3424238"/>
          <p14:tracePt t="22463" x="2379663" y="3424238"/>
          <p14:tracePt t="22478" x="2413000" y="3424238"/>
          <p14:tracePt t="22497" x="2438400" y="3424238"/>
          <p14:tracePt t="22512" x="2455863" y="3424238"/>
          <p14:tracePt t="22529" x="2489200" y="3424238"/>
          <p14:tracePt t="22545" x="2497138" y="3424238"/>
          <p14:tracePt t="22547" x="2514600" y="3424238"/>
          <p14:tracePt t="22561" x="2540000" y="3424238"/>
          <p14:tracePt t="22580" x="2582863" y="3424238"/>
          <p14:tracePt t="22596" x="2625725" y="3416300"/>
          <p14:tracePt t="22612" x="2676525" y="3416300"/>
          <p14:tracePt t="22614" x="2693988" y="3416300"/>
          <p14:tracePt t="22630" x="2744788" y="3408363"/>
          <p14:tracePt t="22645" x="2786063" y="3390900"/>
          <p14:tracePt t="22663" x="2863850" y="3382963"/>
          <p14:tracePt t="22679" x="2905125" y="3382963"/>
          <p14:tracePt t="22695" x="2940050" y="3382963"/>
          <p14:tracePt t="22712" x="2965450" y="3382963"/>
          <p14:tracePt t="22728" x="2998788" y="3382963"/>
          <p14:tracePt t="22744" x="3041650" y="3365500"/>
          <p14:tracePt t="22763" x="3084513" y="3365500"/>
          <p14:tracePt t="22778" x="3109913" y="3355975"/>
          <p14:tracePt t="22797" x="3160713" y="3340100"/>
          <p14:tracePt t="22813" x="3168650" y="3340100"/>
          <p14:tracePt t="22828" x="3203575" y="3340100"/>
          <p14:tracePt t="22847" x="3244850" y="3340100"/>
          <p14:tracePt t="22862" x="3270250" y="3330575"/>
          <p14:tracePt t="22879" x="3297238" y="3314700"/>
          <p14:tracePt t="22882" x="3305175" y="3322638"/>
          <p14:tracePt t="22896" x="3338513" y="3314700"/>
          <p14:tracePt t="22911" x="3363913" y="3314700"/>
          <p14:tracePt t="22928" x="3389313" y="3314700"/>
          <p14:tracePt t="22946" x="3441700" y="3314700"/>
          <p14:tracePt t="22961" x="3475038" y="3314700"/>
          <p14:tracePt t="22980" x="3525838" y="3314700"/>
          <p14:tracePt t="22994" x="3586163" y="3314700"/>
          <p14:tracePt t="23011" x="3619500" y="3314700"/>
          <p14:tracePt t="23029" x="3687763" y="3314700"/>
          <p14:tracePt t="23044" x="3721100" y="3314700"/>
          <p14:tracePt t="23063" x="3789363" y="3314700"/>
          <p14:tracePt t="23078" x="3797300" y="3314700"/>
          <p14:tracePt t="23080" x="3814763" y="3314700"/>
          <p14:tracePt t="23094" x="3848100" y="3314700"/>
          <p14:tracePt t="23113" x="3890963" y="3314700"/>
          <p14:tracePt t="23128" x="3908425" y="3314700"/>
          <p14:tracePt t="23144" x="3933825" y="3314700"/>
          <p14:tracePt t="23147" x="3951288" y="3314700"/>
          <p14:tracePt t="23162" x="3984625" y="3314700"/>
          <p14:tracePt t="23178" x="4010025" y="3314700"/>
          <p14:tracePt t="23196" x="4027488" y="3314700"/>
          <p14:tracePt t="23198" x="4035425" y="3314700"/>
          <p14:tracePt t="23211" x="4052888" y="3314700"/>
          <p14:tracePt t="23212" x="4060825" y="3314700"/>
          <p14:tracePt t="23228" x="4070350" y="3314700"/>
          <p14:tracePt t="23246" x="4095750" y="3314700"/>
          <p14:tracePt t="23261" x="4121150" y="3314700"/>
          <p14:tracePt t="23277" x="4146550" y="3314700"/>
          <p14:tracePt t="23294" x="4171950" y="3314700"/>
          <p14:tracePt t="23313" x="4197350" y="3314700"/>
          <p14:tracePt t="23315" x="4205288" y="3314700"/>
          <p14:tracePt t="23328" x="4222750" y="3314700"/>
          <p14:tracePt t="23344" x="4230688" y="3314700"/>
          <p14:tracePt t="23347" x="4248150" y="3314700"/>
          <p14:tracePt t="23361" x="4256088" y="3314700"/>
          <p14:tracePt t="23379" x="4291013" y="3314700"/>
          <p14:tracePt t="23394" x="4316413" y="3314700"/>
          <p14:tracePt t="23411" x="4332288" y="3314700"/>
          <p14:tracePt t="23428" x="4359275" y="3322638"/>
          <p14:tracePt t="23430" x="4367213" y="3322638"/>
          <p14:tracePt t="23444" x="4384675" y="3330575"/>
          <p14:tracePt t="23462" x="4410075" y="3330575"/>
          <p14:tracePt t="23464" x="4418013" y="3330575"/>
          <p14:tracePt t="23478" x="4425950" y="3330575"/>
          <p14:tracePt t="23494" x="4451350" y="3330575"/>
          <p14:tracePt t="23511" x="4468813" y="3348038"/>
          <p14:tracePt t="23528" x="4476750" y="3348038"/>
          <p14:tracePt t="23544" x="4486275" y="3348038"/>
          <p14:tracePt t="23562" x="4511675" y="3348038"/>
          <p14:tracePt t="23577" x="4529138" y="3348038"/>
          <p14:tracePt t="23595" x="4537075" y="3355975"/>
          <p14:tracePt t="23597" x="4537075" y="3365500"/>
          <p14:tracePt t="23611" x="4554538" y="3365500"/>
          <p14:tracePt t="23613" x="4562475" y="3365500"/>
          <p14:tracePt t="23628" x="4587875" y="3365500"/>
          <p14:tracePt t="23644" x="4595813" y="3365500"/>
          <p14:tracePt t="23660" x="4621213" y="3382963"/>
          <p14:tracePt t="23679" x="4664075" y="3390900"/>
          <p14:tracePt t="23695" x="4689475" y="3408363"/>
          <p14:tracePt t="23710" x="4706938" y="3408363"/>
          <p14:tracePt t="23731" x="4724400" y="3416300"/>
          <p14:tracePt t="23745" x="4757738" y="3416300"/>
          <p14:tracePt t="23761" x="4775200" y="3424238"/>
          <p14:tracePt t="23779" x="4808538" y="3441700"/>
          <p14:tracePt t="23794" x="4851400" y="3441700"/>
          <p14:tracePt t="23811" x="4868863" y="3441700"/>
          <p14:tracePt t="23827" x="4894263" y="3441700"/>
          <p14:tracePt t="23845" x="4919663" y="3441700"/>
          <p14:tracePt t="23861" x="4945063" y="3441700"/>
          <p14:tracePt t="23862" x="4962525" y="3441700"/>
          <p14:tracePt t="23876" x="4970463" y="3441700"/>
          <p14:tracePt t="23895" x="4995863" y="3441700"/>
          <p14:tracePt t="23911" x="5003800" y="3441700"/>
          <p14:tracePt t="23927" x="5046663" y="3449638"/>
          <p14:tracePt t="23945" x="5054600" y="3449638"/>
          <p14:tracePt t="23962" x="5089525" y="3467100"/>
          <p14:tracePt t="23977" x="5106988" y="3467100"/>
          <p14:tracePt t="23993" x="5122863" y="3467100"/>
          <p14:tracePt t="24012" x="5165725" y="3467100"/>
          <p14:tracePt t="24027" x="5173663" y="3467100"/>
          <p14:tracePt t="24046" x="5191125" y="3467100"/>
          <p14:tracePt t="24109" x="5173663" y="3467100"/>
          <p14:tracePt t="24123" x="5157788" y="3467100"/>
          <p14:tracePt t="24128" x="5148263" y="3467100"/>
          <p14:tracePt t="24144" x="5122863" y="3467100"/>
          <p14:tracePt t="24145" x="5106988" y="3467100"/>
          <p14:tracePt t="24161" x="5072063" y="3459163"/>
          <p14:tracePt t="24179" x="5021263" y="3449638"/>
          <p14:tracePt t="24181" x="4987925" y="3449638"/>
          <p14:tracePt t="24194" x="4953000" y="3449638"/>
          <p14:tracePt t="24211" x="4884738" y="3449638"/>
          <p14:tracePt t="24228" x="4765675" y="3467100"/>
          <p14:tracePt t="24243" x="4613275" y="3484563"/>
          <p14:tracePt t="24261" x="4460875" y="3502025"/>
          <p14:tracePt t="24263" x="4367213" y="3517900"/>
          <p14:tracePt t="24277" x="4103688" y="3578225"/>
          <p14:tracePt t="24293" x="3857625" y="3619500"/>
          <p14:tracePt t="24311" x="3627438" y="3662363"/>
          <p14:tracePt t="24314" x="3533775" y="3679825"/>
          <p14:tracePt t="24326" x="3467100" y="3697288"/>
          <p14:tracePt t="24343" x="3143250" y="3738563"/>
          <p14:tracePt t="24363" x="2930525" y="3790950"/>
          <p14:tracePt t="24376" x="2778125" y="3806825"/>
          <p14:tracePt t="24394" x="2693988" y="3806825"/>
          <p14:tracePt t="24397" x="2641600" y="3824288"/>
          <p14:tracePt t="24411" x="2565400" y="3841750"/>
          <p14:tracePt t="24426" x="2532063" y="3841750"/>
          <p14:tracePt t="24443" x="2489200" y="3841750"/>
          <p14:tracePt t="24444" x="2489200" y="3849688"/>
          <p14:tracePt t="24460" x="2463800" y="3849688"/>
          <p14:tracePt t="24476" x="2430463" y="3857625"/>
          <p14:tracePt t="24495" x="2420938" y="3875088"/>
          <p14:tracePt t="24509" x="2395538" y="3875088"/>
          <p14:tracePt t="24527" x="2370138" y="3883025"/>
          <p14:tracePt t="24544" x="2344738" y="3900488"/>
          <p14:tracePt t="24560" x="2336800" y="3900488"/>
          <p14:tracePt t="24578" x="2293938" y="3900488"/>
          <p14:tracePt t="24579" x="2286000" y="3900488"/>
          <p14:tracePt t="24594" x="2260600" y="3908425"/>
          <p14:tracePt t="24611" x="2235200" y="3917950"/>
          <p14:tracePt t="24628" x="2182813" y="3917950"/>
          <p14:tracePt t="24643" x="2157413" y="3935413"/>
          <p14:tracePt t="24661" x="2132013" y="3935413"/>
          <p14:tracePt t="24663" x="2124075" y="3935413"/>
          <p14:tracePt t="24676" x="2116138" y="3935413"/>
          <p14:tracePt t="24694" x="2090738" y="3935413"/>
          <p14:tracePt t="24710" x="2073275" y="3943350"/>
          <p14:tracePt t="24727" x="2055813" y="3943350"/>
          <p14:tracePt t="24743" x="2055813" y="3960813"/>
          <p14:tracePt t="24762" x="2038350" y="3960813"/>
          <p14:tracePt t="24776" x="2038350" y="3968750"/>
          <p14:tracePt t="24792" x="2047875" y="3986213"/>
          <p14:tracePt t="24817" x="2055813" y="3994150"/>
          <p14:tracePt t="24838" x="2065338" y="4002088"/>
          <p14:tracePt t="24874" x="2081213" y="4002088"/>
          <p14:tracePt t="24894" x="2106613" y="4002088"/>
          <p14:tracePt t="24909" x="2116138" y="4002088"/>
          <p14:tracePt t="24914" x="2132013" y="4002088"/>
          <p14:tracePt t="24926" x="2157413" y="4002088"/>
          <p14:tracePt t="24945" x="2225675" y="4002088"/>
          <p14:tracePt t="24960" x="2276475" y="4002088"/>
          <p14:tracePt t="24978" x="2379663" y="4002088"/>
          <p14:tracePt t="24995" x="2430463" y="4002088"/>
          <p14:tracePt t="25011" x="2481263" y="4002088"/>
          <p14:tracePt t="25013" x="2532063" y="4002088"/>
          <p14:tracePt t="25026" x="2557463" y="4002088"/>
          <p14:tracePt t="25042" x="2641600" y="3986213"/>
          <p14:tracePt t="25060" x="2693988" y="3986213"/>
          <p14:tracePt t="25062" x="2727325" y="3986213"/>
          <p14:tracePt t="25078" x="2795588" y="3968750"/>
          <p14:tracePt t="25092" x="2889250" y="3951288"/>
          <p14:tracePt t="25113" x="3008313" y="3951288"/>
          <p14:tracePt t="25128" x="3084513" y="3943350"/>
          <p14:tracePt t="25142" x="3178175" y="3925888"/>
          <p14:tracePt t="25161" x="3270250" y="3925888"/>
          <p14:tracePt t="25176" x="3348038" y="3908425"/>
          <p14:tracePt t="25194" x="3414713" y="3908425"/>
          <p14:tracePt t="25195" x="3449638" y="3892550"/>
          <p14:tracePt t="25210" x="3517900" y="3892550"/>
          <p14:tracePt t="25226" x="3594100" y="3892550"/>
          <p14:tracePt t="25242" x="3687763" y="3892550"/>
          <p14:tracePt t="25260" x="3781425" y="3892550"/>
          <p14:tracePt t="25276" x="3840163" y="3892550"/>
          <p14:tracePt t="25295" x="3941763" y="3892550"/>
          <p14:tracePt t="25310" x="3967163" y="3900488"/>
          <p14:tracePt t="25326" x="4002088" y="3900488"/>
          <p14:tracePt t="25330" x="4017963" y="3900488"/>
          <p14:tracePt t="25344" x="4044950" y="3908425"/>
          <p14:tracePt t="25359" x="4070350" y="3908425"/>
          <p14:tracePt t="25377" x="4095750" y="3925888"/>
          <p14:tracePt t="25379" x="4121150" y="3925888"/>
          <p14:tracePt t="25393" x="4171950" y="3935413"/>
          <p14:tracePt t="25410" x="4214813" y="3935413"/>
          <p14:tracePt t="25413" x="4222750" y="3951288"/>
          <p14:tracePt t="25427" x="4248150" y="3960813"/>
          <p14:tracePt t="25443" x="4298950" y="3976688"/>
          <p14:tracePt t="25458" x="4324350" y="3976688"/>
          <p14:tracePt t="25475" x="4367213" y="3986213"/>
          <p14:tracePt t="25492" x="4443413" y="4019550"/>
          <p14:tracePt t="25508" x="4503738" y="4027488"/>
          <p14:tracePt t="25527" x="4570413" y="4052888"/>
          <p14:tracePt t="25542" x="4621213" y="4052888"/>
          <p14:tracePt t="25559" x="4664075" y="4070350"/>
          <p14:tracePt t="25576" x="4724400" y="4070350"/>
          <p14:tracePt t="25593" x="4749800" y="4079875"/>
          <p14:tracePt t="25610" x="4775200" y="4095750"/>
          <p14:tracePt t="25612" x="4800600" y="4095750"/>
          <p14:tracePt t="25625" x="4826000" y="4095750"/>
          <p14:tracePt t="25642" x="4843463" y="4105275"/>
          <p14:tracePt t="25660" x="4876800" y="4113213"/>
          <p14:tracePt t="25675" x="4894263" y="4113213"/>
          <p14:tracePt t="25692" x="4902200" y="4113213"/>
          <p14:tracePt t="25709" x="4910138" y="4113213"/>
          <p14:tracePt t="25727" x="4919663" y="4113213"/>
          <p14:tracePt t="25729" x="4927600" y="4113213"/>
          <p14:tracePt t="25758" x="4919663" y="4113213"/>
          <p14:tracePt t="25772" x="4910138" y="4113213"/>
          <p14:tracePt t="25785" x="4902200" y="4113213"/>
          <p14:tracePt t="25793" x="4884738" y="4113213"/>
          <p14:tracePt t="25810" x="4851400" y="4113213"/>
          <p14:tracePt t="25825" x="4808538" y="4113213"/>
          <p14:tracePt t="25842" x="4775200" y="4113213"/>
          <p14:tracePt t="25843" x="4724400" y="4113213"/>
          <p14:tracePt t="25858" x="4595813" y="4113213"/>
          <p14:tracePt t="25875" x="4306888" y="4138613"/>
          <p14:tracePt t="25893" x="3873500" y="4197350"/>
          <p14:tracePt t="25908" x="3602038" y="4265613"/>
          <p14:tracePt t="25926" x="3279775" y="4300538"/>
          <p14:tracePt t="25941" x="3127375" y="4316413"/>
          <p14:tracePt t="25959" x="3008313" y="4351338"/>
          <p14:tracePt t="25960" x="2965450" y="4351338"/>
          <p14:tracePt t="25975" x="2871788" y="4351338"/>
          <p14:tracePt t="25992" x="2838450" y="4359275"/>
          <p14:tracePt t="26010" x="2752725" y="4359275"/>
          <p14:tracePt t="26025" x="2719388" y="4376738"/>
          <p14:tracePt t="26042" x="2676525" y="4376738"/>
          <p14:tracePt t="26045" x="2668588" y="4376738"/>
          <p14:tracePt t="26059" x="2608263" y="4384675"/>
          <p14:tracePt t="26075" x="2582863" y="4402138"/>
          <p14:tracePt t="26092" x="2565400" y="4410075"/>
          <p14:tracePt t="26095" x="2540000" y="4410075"/>
          <p14:tracePt t="26110" x="2524125" y="4410075"/>
          <p14:tracePt t="26126" x="2489200" y="4427538"/>
          <p14:tracePt t="26142" x="2471738" y="4427538"/>
          <p14:tracePt t="26158" x="2395538" y="4452938"/>
          <p14:tracePt t="26175" x="2352675" y="4478338"/>
          <p14:tracePt t="26192" x="2301875" y="4478338"/>
          <p14:tracePt t="26193" x="2268538" y="4495800"/>
          <p14:tracePt t="26208" x="2200275" y="4503738"/>
          <p14:tracePt t="26227" x="2149475" y="4529138"/>
          <p14:tracePt t="26242" x="2132013" y="4529138"/>
          <p14:tracePt t="26244" x="2124075" y="4546600"/>
          <p14:tracePt t="26259" x="2116138" y="4554538"/>
          <p14:tracePt t="26276" x="2090738" y="4554538"/>
          <p14:tracePt t="26291" x="2090738" y="4572000"/>
          <p14:tracePt t="26310" x="2073275" y="4579938"/>
          <p14:tracePt t="26325" x="2073275" y="4589463"/>
          <p14:tracePt t="26346" x="2073275" y="4605338"/>
          <p14:tracePt t="26367" x="2073275" y="4614863"/>
          <p14:tracePt t="26381" x="2073275" y="4630738"/>
          <p14:tracePt t="26394" x="2065338" y="4630738"/>
          <p14:tracePt t="26416" x="2065338" y="4640263"/>
          <p14:tracePt t="26424" x="2047875" y="4640263"/>
          <p14:tracePt t="26444" x="2038350" y="4648200"/>
          <p14:tracePt t="26458" x="2030413" y="4648200"/>
          <p14:tracePt t="26474" x="2005013" y="4657725"/>
          <p14:tracePt t="26493" x="1962150" y="4665663"/>
          <p14:tracePt t="26508" x="1936750" y="4673600"/>
          <p14:tracePt t="26524" x="1928813" y="4691063"/>
          <p14:tracePt t="26543" x="1893888" y="4699000"/>
          <p14:tracePt t="26559" x="1878013" y="4699000"/>
          <p14:tracePt t="26574" x="1868488" y="4699000"/>
          <p14:tracePt t="26593" x="1843088" y="4724400"/>
          <p14:tracePt t="26608" x="1827213" y="4724400"/>
          <p14:tracePt t="26625" x="1817688" y="4724400"/>
          <p14:tracePt t="26642" x="1792288" y="4724400"/>
          <p14:tracePt t="26661" x="1784350" y="4724400"/>
          <p14:tracePt t="26676" x="1766888" y="4724400"/>
          <p14:tracePt t="26711" x="1758950" y="4724400"/>
          <p14:tracePt t="26732" x="1758950" y="4708525"/>
          <p14:tracePt t="27005" x="1843088" y="4708525"/>
          <p14:tracePt t="27014" x="1928813" y="4708525"/>
          <p14:tracePt t="27026" x="2081213" y="4708525"/>
          <p14:tracePt t="27040" x="2141538" y="4708525"/>
          <p14:tracePt t="27041" x="2225675" y="4708525"/>
          <p14:tracePt t="27057" x="2362200" y="4708525"/>
          <p14:tracePt t="27076" x="2574925" y="4708525"/>
          <p14:tracePt t="27091" x="2701925" y="4708525"/>
          <p14:tracePt t="27108" x="2770188" y="4708525"/>
          <p14:tracePt t="27125" x="2846388" y="4708525"/>
          <p14:tracePt t="27127" x="2854325" y="4708525"/>
          <p14:tracePt t="27142" x="2922588" y="4716463"/>
          <p14:tracePt t="27160" x="2990850" y="4724400"/>
          <p14:tracePt t="27175" x="3033713" y="4724400"/>
          <p14:tracePt t="27192" x="3084513" y="4724400"/>
          <p14:tracePt t="27194" x="3109913" y="4724400"/>
          <p14:tracePt t="27209" x="3168650" y="4741863"/>
          <p14:tracePt t="27224" x="3236913" y="4741863"/>
          <p14:tracePt t="27242" x="3330575" y="4759325"/>
          <p14:tracePt t="27244" x="3373438" y="4759325"/>
          <p14:tracePt t="27258" x="3432175" y="4775200"/>
          <p14:tracePt t="27274" x="3482975" y="4792663"/>
          <p14:tracePt t="27292" x="3586163" y="4792663"/>
          <p14:tracePt t="27307" x="3619500" y="4802188"/>
          <p14:tracePt t="27324" x="3695700" y="4818063"/>
          <p14:tracePt t="27342" x="3789363" y="4818063"/>
          <p14:tracePt t="27344" x="3857625" y="4835525"/>
          <p14:tracePt t="27358" x="3951288" y="4860925"/>
          <p14:tracePt t="27374" x="4052888" y="4860925"/>
          <p14:tracePt t="27392" x="4214813" y="4894263"/>
          <p14:tracePt t="27407" x="4324350" y="4911725"/>
          <p14:tracePt t="27424" x="4435475" y="4911725"/>
          <p14:tracePt t="27442" x="4570413" y="4929188"/>
          <p14:tracePt t="27457" x="4646613" y="4929188"/>
          <p14:tracePt t="27475" x="4765675" y="4929188"/>
          <p14:tracePt t="27490" x="4833938" y="4929188"/>
          <p14:tracePt t="27507" x="4910138" y="4929188"/>
          <p14:tracePt t="27509" x="4953000" y="4929188"/>
          <p14:tracePt t="27525" x="5003800" y="4929188"/>
          <p14:tracePt t="27540" x="5046663" y="4929188"/>
          <p14:tracePt t="27557" x="5072063" y="4929188"/>
          <p14:tracePt t="27559" x="5097463" y="4929188"/>
          <p14:tracePt t="27574" x="5106988" y="4929188"/>
          <p14:tracePt t="27591" x="5132388" y="4929188"/>
          <p14:tracePt t="27609" x="5165725" y="4929188"/>
          <p14:tracePt t="27624" x="5191125" y="4929188"/>
          <p14:tracePt t="27640" x="5208588" y="4929188"/>
          <p14:tracePt t="27659" x="5224463" y="4929188"/>
          <p14:tracePt t="27674" x="5241925" y="4929188"/>
          <p14:tracePt t="27690" x="5249863" y="4929188"/>
          <p14:tracePt t="27714" x="5267325" y="4929188"/>
          <p14:tracePt t="27735" x="5276850" y="4929188"/>
          <p14:tracePt t="28052" x="5360988" y="4868863"/>
          <p14:tracePt t="28059" x="5513388" y="4733925"/>
          <p14:tracePt t="28072" x="5700713" y="4597400"/>
          <p14:tracePt t="28090" x="6007100" y="4351338"/>
          <p14:tracePt t="28107" x="6227763" y="4181475"/>
          <p14:tracePt t="28123" x="6311900" y="4121150"/>
          <p14:tracePt t="28141" x="6364288" y="4095750"/>
          <p14:tracePt t="28143" x="6397625" y="4079875"/>
          <p14:tracePt t="28157" x="6405563" y="4070350"/>
          <p14:tracePt t="28159" x="6430963" y="4052888"/>
          <p14:tracePt t="28173" x="6456363" y="4044950"/>
          <p14:tracePt t="28191" x="6499225" y="4019550"/>
          <p14:tracePt t="28206" x="6508750" y="4002088"/>
          <p14:tracePt t="28223" x="6542088" y="3976688"/>
          <p14:tracePt t="28241" x="6610350" y="3943350"/>
          <p14:tracePt t="28256" x="6635750" y="3925888"/>
          <p14:tracePt t="28273" x="6704013" y="3900488"/>
          <p14:tracePt t="28275" x="6737350" y="3875088"/>
          <p14:tracePt t="28290" x="6770688" y="3849688"/>
          <p14:tracePt t="28308" x="6831013" y="3816350"/>
          <p14:tracePt t="28310" x="6881813" y="3781425"/>
          <p14:tracePt t="28324" x="6915150" y="3756025"/>
          <p14:tracePt t="28339" x="6942138" y="3748088"/>
          <p14:tracePt t="28359" x="6983413" y="3722688"/>
          <p14:tracePt t="28374" x="6992938" y="3713163"/>
          <p14:tracePt t="28390" x="7018338" y="3687763"/>
          <p14:tracePt t="28408" x="7034213" y="3671888"/>
          <p14:tracePt t="28424" x="7059613" y="3662363"/>
          <p14:tracePt t="28440" x="7077075" y="3636963"/>
          <p14:tracePt t="28459" x="7094538" y="3611563"/>
          <p14:tracePt t="28472" x="7119938" y="3586163"/>
          <p14:tracePt t="28491" x="7145338" y="3568700"/>
          <p14:tracePt t="28493" x="7145338" y="3560763"/>
          <p14:tracePt t="28507" x="7153275" y="3552825"/>
          <p14:tracePt t="28510" x="7153275" y="3535363"/>
          <p14:tracePt t="28523" x="7170738" y="3509963"/>
          <p14:tracePt t="28539" x="7178675" y="3502025"/>
          <p14:tracePt t="28557" x="7221538" y="3475038"/>
          <p14:tracePt t="28574" x="7221538" y="3433763"/>
          <p14:tracePt t="28576" x="7229475" y="3433763"/>
          <p14:tracePt t="28590" x="7239000" y="3424238"/>
          <p14:tracePt t="28606" x="7256463" y="3390900"/>
          <p14:tracePt t="28624" x="7264400" y="3373438"/>
          <p14:tracePt t="28626" x="7281863" y="3365500"/>
          <p14:tracePt t="28641" x="7289800" y="3340100"/>
          <p14:tracePt t="28657" x="7289800" y="3322638"/>
          <p14:tracePt t="28673" x="7289800" y="3314700"/>
          <p14:tracePt t="28689" x="7307263" y="3305175"/>
          <p14:tracePt t="28707" x="7315200" y="3279775"/>
          <p14:tracePt t="28724" x="7323138" y="3263900"/>
          <p14:tracePt t="28740" x="7323138" y="3254375"/>
          <p14:tracePt t="28757" x="7340600" y="3246438"/>
          <p14:tracePt t="28760" x="7348538" y="3246438"/>
          <p14:tracePt t="28773" x="7348538" y="3228975"/>
          <p14:tracePt t="28775" x="7348538" y="3221038"/>
          <p14:tracePt t="28789" x="7366000" y="3195638"/>
          <p14:tracePt t="28807" x="7391400" y="3170238"/>
          <p14:tracePt t="28809" x="7391400" y="3160713"/>
          <p14:tracePt t="28823" x="7408863" y="3144838"/>
          <p14:tracePt t="28840" x="7426325" y="3119438"/>
          <p14:tracePt t="28842" x="7426325" y="3109913"/>
          <p14:tracePt t="28857" x="7451725" y="3084513"/>
          <p14:tracePt t="28873" x="7451725" y="3067050"/>
          <p14:tracePt t="28893" x="7451725" y="3059113"/>
          <p14:tracePt t="28906" x="7459663" y="3033713"/>
          <p14:tracePt t="28924" x="7477125" y="3025775"/>
          <p14:tracePt t="28941" x="7485063" y="3008313"/>
          <p14:tracePt t="28957" x="7502525" y="3000375"/>
          <p14:tracePt t="28976" x="7502525" y="2990850"/>
          <p14:tracePt t="28991" x="7502525" y="2974975"/>
          <p14:tracePt t="29025" x="7502525" y="2965450"/>
          <p14:tracePt t="29405" x="7510463" y="2965450"/>
          <p14:tracePt t="29425" x="7578725" y="2965450"/>
          <p14:tracePt t="29438" x="7604125" y="2965450"/>
          <p14:tracePt t="29439" x="7646988" y="2965450"/>
          <p14:tracePt t="29455" x="7705725" y="2965450"/>
          <p14:tracePt t="29471" x="7773988" y="2965450"/>
          <p14:tracePt t="29488" x="7850188" y="2965450"/>
          <p14:tracePt t="29489" x="7893050" y="2965450"/>
          <p14:tracePt t="29505" x="8004175" y="2965450"/>
          <p14:tracePt t="29524" x="8199438" y="2957513"/>
          <p14:tracePt t="29539" x="8308975" y="2957513"/>
          <p14:tracePt t="29557" x="8453438" y="2957513"/>
          <p14:tracePt t="29559" x="8504238" y="2957513"/>
          <p14:tracePt t="29573" x="8564563" y="2957513"/>
          <p14:tracePt t="29574" x="8632825" y="2957513"/>
          <p14:tracePt t="29590" x="8724900" y="2949575"/>
          <p14:tracePt t="29607" x="8836025" y="2949575"/>
          <p14:tracePt t="29622" x="8869363" y="2949575"/>
          <p14:tracePt t="29624" x="8878888" y="2949575"/>
          <p14:tracePt t="29638" x="8921750" y="2949575"/>
          <p14:tracePt t="29657" x="8963025" y="2949575"/>
          <p14:tracePt t="29673" x="9023350" y="2932113"/>
          <p14:tracePt t="29689" x="9064625" y="2932113"/>
          <p14:tracePt t="29706" x="9117013" y="2932113"/>
          <p14:tracePt t="29722" x="9132888" y="2932113"/>
          <p14:tracePt t="29738" x="9175750" y="2914650"/>
          <p14:tracePt t="29757" x="9251950" y="2914650"/>
          <p14:tracePt t="29772" x="9328150" y="2906713"/>
          <p14:tracePt t="29788" x="9388475" y="2889250"/>
          <p14:tracePt t="29804" x="9482138" y="2889250"/>
          <p14:tracePt t="29821" x="9523413" y="2871788"/>
          <p14:tracePt t="29840" x="9575800" y="2863850"/>
          <p14:tracePt t="29856" x="9601200" y="2863850"/>
          <p14:tracePt t="29872" x="9626600" y="2863850"/>
          <p14:tracePt t="29875" x="9652000" y="2863850"/>
          <p14:tracePt t="29889" x="9677400" y="2863850"/>
          <p14:tracePt t="29905" x="9702800" y="2863850"/>
          <p14:tracePt t="29922" x="9728200" y="2863850"/>
          <p14:tracePt t="29938" x="9761538" y="2863850"/>
          <p14:tracePt t="29955" x="9796463" y="2863850"/>
          <p14:tracePt t="29973" x="9864725" y="2863850"/>
          <p14:tracePt t="29989" x="9906000" y="2863850"/>
          <p14:tracePt t="30006" x="9956800" y="2863850"/>
          <p14:tracePt t="30008" x="9966325" y="2863850"/>
          <p14:tracePt t="30022" x="9991725" y="2863850"/>
          <p14:tracePt t="30039" x="10017125" y="2863850"/>
          <p14:tracePt t="30057" x="10050463" y="2863850"/>
          <p14:tracePt t="30072" x="10075863" y="2855913"/>
          <p14:tracePt t="30090" x="10093325" y="2855913"/>
          <p14:tracePt t="30106" x="10101263" y="2855913"/>
          <p14:tracePt t="30122" x="10110788" y="2855913"/>
          <p14:tracePt t="30140" x="10136188" y="2855913"/>
          <p14:tracePt t="30156" x="10153650" y="2855913"/>
          <p14:tracePt t="30183" x="10161588" y="2855913"/>
          <p14:tracePt t="30289" x="10144125" y="2838450"/>
          <p14:tracePt t="30306" x="10136188" y="2838450"/>
          <p14:tracePt t="30320" x="10126663" y="2838450"/>
          <p14:tracePt t="30337" x="10118725" y="2838450"/>
          <p14:tracePt t="30355" x="10110788" y="2838450"/>
          <p14:tracePt t="30373" x="10101263" y="2838450"/>
          <p14:tracePt t="30388" x="10085388" y="2838450"/>
          <p14:tracePt t="30405" x="10075863" y="2838450"/>
          <p14:tracePt t="30422" x="10050463" y="2838450"/>
          <p14:tracePt t="30438" x="10025063" y="2838450"/>
          <p14:tracePt t="30456" x="9974263" y="2855913"/>
          <p14:tracePt t="30471" x="9915525" y="2881313"/>
          <p14:tracePt t="30487" x="9855200" y="2897188"/>
          <p14:tracePt t="30505" x="9761538" y="2932113"/>
          <p14:tracePt t="30508" x="9736138" y="2940050"/>
          <p14:tracePt t="30520" x="9677400" y="2957513"/>
          <p14:tracePt t="30538" x="9609138" y="2974975"/>
          <p14:tracePt t="30541" x="9583738" y="2974975"/>
          <p14:tracePt t="30556" x="9507538" y="3000375"/>
          <p14:tracePt t="30571" x="9431338" y="3016250"/>
          <p14:tracePt t="30587" x="9353550" y="3041650"/>
          <p14:tracePt t="30604" x="9236075" y="3059113"/>
          <p14:tracePt t="30622" x="9158288" y="3076575"/>
          <p14:tracePt t="30639" x="9048750" y="3127375"/>
          <p14:tracePt t="30641" x="8980488" y="3127375"/>
          <p14:tracePt t="30654" x="8886825" y="3152775"/>
          <p14:tracePt t="30671" x="8709025" y="3195638"/>
          <p14:tracePt t="30689" x="8488363" y="3228975"/>
          <p14:tracePt t="30705" x="8377238" y="3246438"/>
          <p14:tracePt t="30721" x="8258175" y="3271838"/>
          <p14:tracePt t="30739" x="8181975" y="3271838"/>
          <p14:tracePt t="30754" x="8131175" y="3271838"/>
          <p14:tracePt t="30773" x="8088313" y="3271838"/>
          <p14:tracePt t="30788" x="8062913" y="3271838"/>
          <p14:tracePt t="30804" x="8037513" y="3271838"/>
          <p14:tracePt t="30821" x="8029575" y="3271838"/>
          <p14:tracePt t="30823" x="8012113" y="3271838"/>
          <p14:tracePt t="30837" x="8004175" y="3271838"/>
          <p14:tracePt t="30854" x="7994650" y="3271838"/>
          <p14:tracePt t="30872" x="7977188" y="3271838"/>
          <p14:tracePt t="30888" x="7969250" y="3271838"/>
          <p14:tracePt t="30905" x="7951788" y="3271838"/>
          <p14:tracePt t="30920" x="7943850" y="3279775"/>
          <p14:tracePt t="30938" x="7943850" y="3297238"/>
          <p14:tracePt t="30955" x="7935913" y="3297238"/>
          <p14:tracePt t="30975" x="7918450" y="3297238"/>
          <p14:tracePt t="31032" x="7918450" y="3305175"/>
          <p14:tracePt t="31073" x="7918450" y="3322638"/>
          <p14:tracePt t="31095" x="7918450" y="3330575"/>
          <p14:tracePt t="31143" x="7918450" y="3348038"/>
          <p14:tracePt t="31166" x="7918450" y="3355975"/>
          <p14:tracePt t="31193" x="7918450" y="3365500"/>
          <p14:tracePt t="31243" x="7918450" y="3382963"/>
          <p14:tracePt t="31264" x="7918450" y="3390900"/>
          <p14:tracePt t="31305" x="7918450" y="3408363"/>
          <p14:tracePt t="31347" x="7918450" y="3416300"/>
          <p14:tracePt t="31838" x="7926388" y="3416300"/>
          <p14:tracePt t="31854" x="7961313" y="3416300"/>
          <p14:tracePt t="31869" x="8020050" y="3424238"/>
          <p14:tracePt t="31888" x="8105775" y="3441700"/>
          <p14:tracePt t="31903" x="8164513" y="3449638"/>
          <p14:tracePt t="31920" x="8215313" y="3459163"/>
          <p14:tracePt t="31937" x="8318500" y="3459163"/>
          <p14:tracePt t="31953" x="8369300" y="3459163"/>
          <p14:tracePt t="31970" x="8428038" y="3459163"/>
          <p14:tracePt t="31986" x="8478838" y="3459163"/>
          <p14:tracePt t="32004" x="8580438" y="3459163"/>
          <p14:tracePt t="32006" x="8605838" y="3459163"/>
          <p14:tracePt t="32021" x="8648700" y="3459163"/>
          <p14:tracePt t="32037" x="8674100" y="3459163"/>
          <p14:tracePt t="32054" x="8709025" y="3459163"/>
          <p14:tracePt t="32056" x="8724900" y="3459163"/>
          <p14:tracePt t="32071" x="8734425" y="3459163"/>
          <p14:tracePt t="32087" x="8777288" y="3459163"/>
          <p14:tracePt t="32104" x="8810625" y="3459163"/>
          <p14:tracePt t="32120" x="8836025" y="3459163"/>
          <p14:tracePt t="32137" x="8886825" y="3459163"/>
          <p14:tracePt t="32155" x="8937625" y="3459163"/>
          <p14:tracePt t="32169" x="8963025" y="3459163"/>
          <p14:tracePt t="32186" x="8997950" y="3459163"/>
          <p14:tracePt t="32203" x="9039225" y="3459163"/>
          <p14:tracePt t="32204" x="9048750" y="3459163"/>
          <p14:tracePt t="32220" x="9091613" y="3459163"/>
          <p14:tracePt t="32223" x="9099550" y="3459163"/>
          <p14:tracePt t="32239" x="9124950" y="3459163"/>
          <p14:tracePt t="32252" x="9150350" y="3459163"/>
          <p14:tracePt t="32270" x="9175750" y="3459163"/>
          <p14:tracePt t="32286" x="9209088" y="3459163"/>
          <p14:tracePt t="32303" x="9236075" y="3459163"/>
          <p14:tracePt t="32319" x="9261475" y="3459163"/>
          <p14:tracePt t="32338" x="9286875" y="3459163"/>
          <p14:tracePt t="32353" x="9312275" y="3459163"/>
          <p14:tracePt t="32370" x="9320213" y="3459163"/>
          <p14:tracePt t="32387" x="9353550" y="3459163"/>
          <p14:tracePt t="32404" x="9380538" y="3459163"/>
          <p14:tracePt t="32406" x="9405938" y="3459163"/>
          <p14:tracePt t="32421" x="9431338" y="3459163"/>
          <p14:tracePt t="32436" x="9507538" y="3449638"/>
          <p14:tracePt t="32453" x="9566275" y="3433763"/>
          <p14:tracePt t="32470" x="9659938" y="3433763"/>
          <p14:tracePt t="32487" x="9720263" y="3433763"/>
          <p14:tracePt t="32502" x="9771063" y="3433763"/>
          <p14:tracePt t="32504" x="9796463" y="3433763"/>
          <p14:tracePt t="32519" x="9829800" y="3416300"/>
          <p14:tracePt t="32521" x="9839325" y="3416300"/>
          <p14:tracePt t="32537" x="9906000" y="3416300"/>
          <p14:tracePt t="32540" x="9923463" y="3416300"/>
          <p14:tracePt t="32552" x="9948863" y="3416300"/>
          <p14:tracePt t="32569" x="9999663" y="3416300"/>
          <p14:tracePt t="32587" x="10034588" y="3416300"/>
          <p14:tracePt t="32589" x="10050463" y="3416300"/>
          <p14:tracePt t="32604" x="10075863" y="3416300"/>
          <p14:tracePt t="32619" x="10110788" y="3416300"/>
          <p14:tracePt t="32637" x="10136188" y="3416300"/>
          <p14:tracePt t="32653" x="10161588" y="3416300"/>
          <p14:tracePt t="32654" x="10169525" y="3416300"/>
          <p14:tracePt t="32669" x="10194925" y="3416300"/>
          <p14:tracePt t="32687" x="10237788" y="3416300"/>
          <p14:tracePt t="32689" x="10245725" y="3416300"/>
          <p14:tracePt t="32702" x="10271125" y="3416300"/>
          <p14:tracePt t="32719" x="10298113" y="3416300"/>
          <p14:tracePt t="32738" x="10364788" y="3416300"/>
          <p14:tracePt t="32753" x="10415588" y="3416300"/>
          <p14:tracePt t="32771" x="10467975" y="3416300"/>
          <p14:tracePt t="32787" x="10509250" y="3416300"/>
          <p14:tracePt t="32803" x="10534650" y="3416300"/>
          <p14:tracePt t="32821" x="10569575" y="3416300"/>
          <p14:tracePt t="32835" x="10594975" y="3416300"/>
          <p14:tracePt t="32852" x="10620375" y="3416300"/>
          <p14:tracePt t="32870" x="10637838" y="3416300"/>
          <p14:tracePt t="32885" x="10653713" y="3416300"/>
          <p14:tracePt t="32902" x="10663238" y="3416300"/>
          <p14:tracePt t="32920" x="10679113" y="3433763"/>
          <p14:tracePt t="32961" x="10671175" y="3433763"/>
          <p14:tracePt t="32975" x="10663238" y="3433763"/>
          <p14:tracePt t="32996" x="10645775" y="3433763"/>
          <p14:tracePt t="33009" x="10620375" y="3433763"/>
          <p14:tracePt t="33023" x="10612438" y="3424238"/>
          <p14:tracePt t="33030" x="10602913" y="3424238"/>
          <p14:tracePt t="33037" x="10577513" y="3424238"/>
          <p14:tracePt t="33053" x="10544175" y="3424238"/>
          <p14:tracePt t="33054" x="10518775" y="3424238"/>
          <p14:tracePt t="33069" x="10493375" y="3424238"/>
          <p14:tracePt t="33087" x="10399713" y="3416300"/>
          <p14:tracePt t="33102" x="10306050" y="3408363"/>
          <p14:tracePt t="33120" x="10144125" y="3408363"/>
          <p14:tracePt t="33122" x="10025063" y="3408363"/>
          <p14:tracePt t="33137" x="9771063" y="3433763"/>
          <p14:tracePt t="33153" x="9532938" y="3449638"/>
          <p14:tracePt t="33169" x="9421813" y="3467100"/>
          <p14:tracePt t="33186" x="9302750" y="3509963"/>
          <p14:tracePt t="33202" x="9226550" y="3527425"/>
          <p14:tracePt t="33219" x="9107488" y="3560763"/>
          <p14:tracePt t="33235" x="9031288" y="3568700"/>
          <p14:tracePt t="33253" x="8937625" y="3586163"/>
          <p14:tracePt t="33255" x="8894763" y="3603625"/>
          <p14:tracePt t="33271" x="8853488" y="3603625"/>
          <p14:tracePt t="33286" x="8793163" y="3629025"/>
          <p14:tracePt t="33303" x="8759825" y="3629025"/>
          <p14:tracePt t="33304" x="8750300" y="3646488"/>
          <p14:tracePt t="33320" x="8691563" y="3646488"/>
          <p14:tracePt t="33335" x="8658225" y="3671888"/>
          <p14:tracePt t="33352" x="8615363" y="3671888"/>
          <p14:tracePt t="33354" x="8605838" y="3671888"/>
          <p14:tracePt t="33368" x="8589963" y="3679825"/>
          <p14:tracePt t="33370" x="8580438" y="3679825"/>
          <p14:tracePt t="33385" x="8547100" y="3697288"/>
          <p14:tracePt t="33401" x="8521700" y="3705225"/>
          <p14:tracePt t="33418" x="8496300" y="3722688"/>
          <p14:tracePt t="33435" x="8462963" y="3748088"/>
          <p14:tracePt t="33453" x="8435975" y="3756025"/>
          <p14:tracePt t="33469" x="8428038" y="3773488"/>
          <p14:tracePt t="33487" x="8402638" y="3781425"/>
          <p14:tracePt t="33507" x="8394700" y="3790950"/>
          <p14:tracePt t="33522" x="8377238" y="3806825"/>
          <p14:tracePt t="33535" x="8369300" y="3806825"/>
          <p14:tracePt t="33552" x="8343900" y="3841750"/>
          <p14:tracePt t="33568" x="8283575" y="3883025"/>
          <p14:tracePt t="33586" x="8232775" y="3908425"/>
          <p14:tracePt t="33601" x="8207375" y="3925888"/>
          <p14:tracePt t="33620" x="8156575" y="3951288"/>
          <p14:tracePt t="33635" x="8139113" y="3960813"/>
          <p14:tracePt t="33651" x="8113713" y="3986213"/>
          <p14:tracePt t="33670" x="8096250" y="4002088"/>
          <p14:tracePt t="33684" x="8080375" y="4027488"/>
          <p14:tracePt t="33703" x="8054975" y="4027488"/>
          <p14:tracePt t="33706" x="8045450" y="4037013"/>
          <p14:tracePt t="33718" x="8029575" y="4037013"/>
          <p14:tracePt t="33735" x="7994650" y="4062413"/>
          <p14:tracePt t="33752" x="7943850" y="4087813"/>
          <p14:tracePt t="33768" x="7935913" y="4095750"/>
          <p14:tracePt t="33785" x="7893050" y="4113213"/>
          <p14:tracePt t="33803" x="7867650" y="4121150"/>
          <p14:tracePt t="33818" x="7842250" y="4121150"/>
          <p14:tracePt t="33835" x="7824788" y="4138613"/>
          <p14:tracePt t="33837" x="7807325" y="4146550"/>
          <p14:tracePt t="33852" x="7781925" y="4146550"/>
          <p14:tracePt t="33872" x="7773988" y="4146550"/>
          <p14:tracePt t="33887" x="7756525" y="4156075"/>
          <p14:tracePt t="34217" x="7766050" y="4156075"/>
          <p14:tracePt t="34230" x="7773988" y="4156075"/>
          <p14:tracePt t="34245" x="7791450" y="4156075"/>
          <p14:tracePt t="34252" x="7799388" y="4156075"/>
          <p14:tracePt t="34266" x="7824788" y="4156075"/>
          <p14:tracePt t="34285" x="7859713" y="4156075"/>
          <p14:tracePt t="34287" x="7885113" y="4156075"/>
          <p14:tracePt t="34302" x="7918450" y="4156075"/>
          <p14:tracePt t="34303" x="7977188" y="4156075"/>
          <p14:tracePt t="34317" x="8062913" y="4156075"/>
          <p14:tracePt t="34336" x="8199438" y="4156075"/>
          <p14:tracePt t="34351" x="8275638" y="4138613"/>
          <p14:tracePt t="34368" x="8343900" y="4138613"/>
          <p14:tracePt t="34385" x="8410575" y="4138613"/>
          <p14:tracePt t="34401" x="8488363" y="4138613"/>
          <p14:tracePt t="34420" x="8605838" y="4138613"/>
          <p14:tracePt t="34434" x="8648700" y="4138613"/>
          <p14:tracePt t="34436" x="8691563" y="4121150"/>
          <p14:tracePt t="34451" x="8810625" y="4121150"/>
          <p14:tracePt t="34468" x="8963025" y="4121150"/>
          <p14:tracePt t="34483" x="9064625" y="4121150"/>
          <p14:tracePt t="34500" x="9142413" y="4121150"/>
          <p14:tracePt t="34516" x="9193213" y="4121150"/>
          <p14:tracePt t="34517" x="9244013" y="4121150"/>
          <p14:tracePt t="34533" x="9294813" y="4121150"/>
          <p14:tracePt t="34551" x="9345613" y="4121150"/>
          <p14:tracePt t="34568" x="9405938" y="4121150"/>
          <p14:tracePt t="34570" x="9431338" y="4121150"/>
          <p14:tracePt t="34584" x="9507538" y="4121150"/>
          <p14:tracePt t="34602" x="9591675" y="4121150"/>
          <p14:tracePt t="34603" x="9617075" y="4121150"/>
          <p14:tracePt t="34618" x="9728200" y="4121150"/>
          <p14:tracePt t="34634" x="9821863" y="4121150"/>
          <p14:tracePt t="34637" x="9847263" y="4121150"/>
          <p14:tracePt t="34652" x="9872663" y="4121150"/>
          <p14:tracePt t="34653" x="9898063" y="4121150"/>
          <p14:tracePt t="34667" x="9940925" y="4121150"/>
          <p14:tracePt t="34685" x="9983788" y="4121150"/>
          <p14:tracePt t="34701" x="10009188" y="4121150"/>
          <p14:tracePt t="34717" x="10042525" y="4121150"/>
          <p14:tracePt t="34734" x="10067925" y="4121150"/>
          <p14:tracePt t="34750" x="10093325" y="4121150"/>
          <p14:tracePt t="34767" x="10118725" y="4121150"/>
          <p14:tracePt t="34785" x="10144125" y="4121150"/>
          <p14:tracePt t="34801" x="10153650" y="4121150"/>
          <p14:tracePt t="34820" x="10169525" y="4121150"/>
          <p14:tracePt t="34835" x="10179050" y="4121150"/>
          <p14:tracePt t="34862" x="10194925" y="4121150"/>
          <p14:tracePt t="34898" x="10204450" y="4121150"/>
          <p14:tracePt t="34975" x="10186988" y="4121150"/>
          <p14:tracePt t="34980" x="10179050" y="4121150"/>
          <p14:tracePt t="34987" x="10161588" y="4121150"/>
          <p14:tracePt t="34999" x="10153650" y="4121150"/>
          <p14:tracePt t="35018" x="10085388" y="4121150"/>
          <p14:tracePt t="35033" x="10017125" y="4121150"/>
          <p14:tracePt t="35050" x="9948863" y="4121150"/>
          <p14:tracePt t="35067" x="9677400" y="4156075"/>
          <p14:tracePt t="35083" x="9583738" y="4181475"/>
          <p14:tracePt t="35102" x="9447213" y="4232275"/>
          <p14:tracePt t="35116" x="9371013" y="4275138"/>
          <p14:tracePt t="35136" x="9244013" y="4325938"/>
          <p14:tracePt t="35151" x="9107488" y="4368800"/>
          <p14:tracePt t="35168" x="8947150" y="4445000"/>
          <p14:tracePt t="35170" x="8894763" y="4460875"/>
          <p14:tracePt t="35185" x="8734425" y="4529138"/>
          <p14:tracePt t="35201" x="8623300" y="4579938"/>
          <p14:tracePt t="35218" x="8547100" y="4614863"/>
          <p14:tracePt t="35220" x="8496300" y="4648200"/>
          <p14:tracePt t="35235" x="8359775" y="4699000"/>
          <p14:tracePt t="35251" x="8240713" y="4749800"/>
          <p14:tracePt t="35266" x="8131175" y="4784725"/>
          <p14:tracePt t="35283" x="8037513" y="4827588"/>
          <p14:tracePt t="35301" x="7935913" y="4860925"/>
          <p14:tracePt t="35316" x="7893050" y="4868863"/>
          <p14:tracePt t="35334" x="7832725" y="4894263"/>
          <p14:tracePt t="35350" x="7773988" y="4911725"/>
          <p14:tracePt t="35352" x="7748588" y="4911725"/>
          <p14:tracePt t="35366" x="7705725" y="4911725"/>
          <p14:tracePt t="35383" x="7637463" y="4937125"/>
          <p14:tracePt t="35401" x="7561263" y="4954588"/>
          <p14:tracePt t="35403" x="7518400" y="4954588"/>
          <p14:tracePt t="35416" x="7502525" y="4954588"/>
          <p14:tracePt t="35418" x="7467600" y="4962525"/>
          <p14:tracePt t="35433" x="7340600" y="4962525"/>
          <p14:tracePt t="35452" x="7196138" y="4979988"/>
          <p14:tracePt t="35467" x="7145338" y="4979988"/>
          <p14:tracePt t="35484" x="7119938" y="4987925"/>
          <p14:tracePt t="35486" x="7112000" y="4987925"/>
          <p14:tracePt t="35501" x="7094538" y="4987925"/>
          <p14:tracePt t="35517" x="7085013" y="4987925"/>
          <p14:tracePt t="35533" x="7059613" y="4987925"/>
          <p14:tracePt t="35534" x="7043738" y="4987925"/>
          <p14:tracePt t="35871" x="7127875" y="4987925"/>
          <p14:tracePt t="35885" x="7332663" y="4987925"/>
          <p14:tracePt t="35899" x="7467600" y="4987925"/>
          <p14:tracePt t="35915" x="7596188" y="4987925"/>
          <p14:tracePt t="35932" x="7672388" y="4987925"/>
          <p14:tracePt t="35950" x="7740650" y="4987925"/>
          <p14:tracePt t="35951" x="7791450" y="4987925"/>
          <p14:tracePt t="35966" x="7859713" y="4987925"/>
          <p14:tracePt t="35985" x="7943850" y="4987925"/>
          <p14:tracePt t="35999" x="8004175" y="4987925"/>
          <p14:tracePt t="36016" x="8054975" y="4987925"/>
          <p14:tracePt t="36034" x="8139113" y="4987925"/>
          <p14:tracePt t="36050" x="8215313" y="4979988"/>
          <p14:tracePt t="36067" x="8318500" y="4972050"/>
          <p14:tracePt t="36083" x="8343900" y="4972050"/>
          <p14:tracePt t="36084" x="8385175" y="4972050"/>
          <p14:tracePt t="36100" x="8478838" y="4954588"/>
          <p14:tracePt t="36103" x="8504238" y="4954588"/>
          <p14:tracePt t="36117" x="8580438" y="4937125"/>
          <p14:tracePt t="36133" x="8605838" y="4937125"/>
          <p14:tracePt t="36133" x="8648700" y="4937125"/>
          <p14:tracePt t="36149" x="8709025" y="4929188"/>
          <p14:tracePt t="36167" x="8750300" y="4929188"/>
          <p14:tracePt t="36183" x="8785225" y="4929188"/>
          <p14:tracePt t="36201" x="8810625" y="4929188"/>
          <p14:tracePt t="36217" x="8836025" y="4929188"/>
          <p14:tracePt t="36233" x="8843963" y="4929188"/>
          <p14:tracePt t="36251" x="8869363" y="4929188"/>
          <p14:tracePt t="36266" x="8878888" y="4929188"/>
          <p14:tracePt t="36300" x="8894763" y="4911725"/>
          <p14:tracePt t="36313" x="8904288" y="4903788"/>
          <p14:tracePt t="36334" x="8921750" y="4894263"/>
          <p14:tracePt t="36342" x="8912225" y="4894263"/>
          <p14:tracePt t="36349" x="8921750" y="4894263"/>
          <p14:tracePt t="36369" x="8929688" y="4878388"/>
          <p14:tracePt t="36384" x="8937625" y="4878388"/>
          <p14:tracePt t="36399" x="8963025" y="4878388"/>
          <p14:tracePt t="36415" x="9005888" y="4868863"/>
          <p14:tracePt t="36433" x="9074150" y="4852988"/>
          <p14:tracePt t="36449" x="9124950" y="4835525"/>
          <p14:tracePt t="36465" x="9183688" y="4835525"/>
          <p14:tracePt t="36482" x="9218613" y="4827588"/>
          <p14:tracePt t="36484" x="9236075" y="4827588"/>
          <p14:tracePt t="36499" x="9261475" y="4827588"/>
          <p14:tracePt t="36516" x="9286875" y="4810125"/>
          <p14:tracePt t="36532" x="9320213" y="4810125"/>
          <p14:tracePt t="36549" x="9328150" y="4802188"/>
          <p14:tracePt t="36551" x="9345613" y="4802188"/>
          <p14:tracePt t="36568" x="9380538" y="4784725"/>
          <p14:tracePt t="36582" x="9421813" y="4784725"/>
          <p14:tracePt t="36855" x="9515475" y="4784725"/>
          <p14:tracePt t="36867" x="9890125" y="4741863"/>
          <p14:tracePt t="36881" x="10118725" y="4691063"/>
          <p14:tracePt t="36882" x="10323513" y="4648200"/>
          <p14:tracePt t="36897" x="10729913" y="4538663"/>
          <p14:tracePt t="36915" x="11028363" y="4452938"/>
          <p14:tracePt t="36932" x="11317288" y="4384675"/>
          <p14:tracePt t="36933" x="11495088" y="4341813"/>
          <p14:tracePt t="36949" x="11776075" y="4240213"/>
          <p14:tracePt t="36966" x="11961813" y="4181475"/>
          <p14:tracePt t="36968" x="12106275" y="4138613"/>
        </p14:tracePtLst>
      </p14:laserTraceLst>
    </p:ext>
  </p:extLs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B1C4F"/>
        </a:solidFill>
        <a:effectLst/>
      </p:bgPr>
    </p:bg>
    <p:spTree>
      <p:nvGrpSpPr>
        <p:cNvPr id="1" name=""/>
        <p:cNvGrpSpPr/>
        <p:nvPr/>
      </p:nvGrpSpPr>
      <p:grpSpPr>
        <a:xfrm>
          <a:off x="0" y="0"/>
          <a:ext cx="0" cy="0"/>
          <a:chOff x="0" y="0"/>
          <a:chExt cx="0" cy="0"/>
        </a:xfrm>
      </p:grpSpPr>
      <p:sp>
        <p:nvSpPr>
          <p:cNvPr id="2" name="Rectangle 1"/>
          <p:cNvSpPr/>
          <p:nvPr/>
        </p:nvSpPr>
        <p:spPr>
          <a:xfrm>
            <a:off x="8778240" y="0"/>
            <a:ext cx="3413455" cy="6858000"/>
          </a:xfrm>
          <a:prstGeom prst="rect">
            <a:avLst/>
          </a:prstGeom>
          <a:solidFill>
            <a:srgbClr val="5B3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777240"/>
            <a:ext cx="2743200" cy="274320"/>
          </a:xfrm>
          <a:prstGeom prst="rect">
            <a:avLst/>
          </a:prstGeom>
          <a:noFill/>
        </p:spPr>
        <p:txBody>
          <a:bodyPr wrap="square" lIns="27432" tIns="27432" rIns="27432" bIns="27432" anchor="t">
            <a:spAutoFit/>
          </a:bodyPr>
          <a:lstStyle/>
          <a:p>
            <a:pPr algn="l">
              <a:spcAft>
                <a:spcPts val="0"/>
              </a:spcAft>
            </a:pPr>
            <a:r>
              <a:rPr sz="1100" b="1" i="0">
                <a:solidFill>
                  <a:srgbClr val="D0C1FF"/>
                </a:solidFill>
                <a:latin typeface="Aptos"/>
              </a:rPr>
              <a:t>CONCLUSION</a:t>
            </a:r>
          </a:p>
        </p:txBody>
      </p:sp>
      <p:sp>
        <p:nvSpPr>
          <p:cNvPr id="4" name="TextBox 3"/>
          <p:cNvSpPr txBox="1"/>
          <p:nvPr/>
        </p:nvSpPr>
        <p:spPr>
          <a:xfrm>
            <a:off x="777240" y="1257300"/>
            <a:ext cx="7498079" cy="1417320"/>
          </a:xfrm>
          <a:prstGeom prst="rect">
            <a:avLst/>
          </a:prstGeom>
          <a:noFill/>
        </p:spPr>
        <p:txBody>
          <a:bodyPr wrap="square" lIns="27432" tIns="27432" rIns="27432" bIns="27432" anchor="t">
            <a:spAutoFit/>
          </a:bodyPr>
          <a:lstStyle/>
          <a:p>
            <a:pPr algn="l">
              <a:spcAft>
                <a:spcPts val="0"/>
              </a:spcAft>
            </a:pPr>
            <a:r>
              <a:rPr sz="3200" b="1" i="0" dirty="0">
                <a:solidFill>
                  <a:srgbClr val="FFFFFF"/>
                </a:solidFill>
                <a:latin typeface="Aptos"/>
              </a:rPr>
              <a:t>No statistically significant
difference was detected.</a:t>
            </a:r>
          </a:p>
        </p:txBody>
      </p:sp>
      <p:sp>
        <p:nvSpPr>
          <p:cNvPr id="5" name="TextBox 4"/>
          <p:cNvSpPr txBox="1"/>
          <p:nvPr/>
        </p:nvSpPr>
        <p:spPr>
          <a:xfrm>
            <a:off x="822960" y="2503170"/>
            <a:ext cx="7132320" cy="868680"/>
          </a:xfrm>
          <a:prstGeom prst="rect">
            <a:avLst/>
          </a:prstGeom>
          <a:noFill/>
        </p:spPr>
        <p:txBody>
          <a:bodyPr wrap="square" lIns="27432" tIns="27432" rIns="27432" bIns="27432" anchor="t">
            <a:spAutoFit/>
          </a:bodyPr>
          <a:lstStyle/>
          <a:p>
            <a:pPr algn="l">
              <a:spcAft>
                <a:spcPts val="0"/>
              </a:spcAft>
            </a:pPr>
            <a:r>
              <a:rPr sz="1700" b="0" i="0">
                <a:solidFill>
                  <a:srgbClr val="E6E0F4"/>
                </a:solidFill>
                <a:latin typeface="Aptos"/>
              </a:rPr>
              <a:t>The male-group mean was higher in this sample, but the evidence was insufficient to conclude that the population means differ.</a:t>
            </a:r>
          </a:p>
        </p:txBody>
      </p:sp>
      <p:sp>
        <p:nvSpPr>
          <p:cNvPr id="6" name="Rounded Rectangle 5"/>
          <p:cNvSpPr/>
          <p:nvPr/>
        </p:nvSpPr>
        <p:spPr>
          <a:xfrm>
            <a:off x="845820" y="3568389"/>
            <a:ext cx="4663440" cy="777240"/>
          </a:xfrm>
          <a:prstGeom prst="roundRect">
            <a:avLst/>
          </a:prstGeom>
          <a:solidFill>
            <a:srgbClr val="4635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4329" y="3806190"/>
            <a:ext cx="4251960" cy="228600"/>
          </a:xfrm>
          <a:prstGeom prst="rect">
            <a:avLst/>
          </a:prstGeom>
          <a:noFill/>
        </p:spPr>
        <p:txBody>
          <a:bodyPr wrap="square" lIns="27432" tIns="27432" rIns="27432" bIns="27432" anchor="t">
            <a:spAutoFit/>
          </a:bodyPr>
          <a:lstStyle/>
          <a:p>
            <a:pPr algn="l">
              <a:spcAft>
                <a:spcPts val="0"/>
              </a:spcAft>
            </a:pPr>
            <a:r>
              <a:rPr sz="1200" b="1" i="0" dirty="0">
                <a:solidFill>
                  <a:srgbClr val="FFFFFF"/>
                </a:solidFill>
                <a:latin typeface="Aptos"/>
              </a:rPr>
              <a:t>p = 0.439854  •  α = 0.05  •  95% CI includes zero</a:t>
            </a:r>
          </a:p>
        </p:txBody>
      </p:sp>
      <p:sp>
        <p:nvSpPr>
          <p:cNvPr id="8" name="TextBox 7"/>
          <p:cNvSpPr txBox="1"/>
          <p:nvPr/>
        </p:nvSpPr>
        <p:spPr>
          <a:xfrm>
            <a:off x="9942379" y="3266768"/>
            <a:ext cx="1177905" cy="301621"/>
          </a:xfrm>
          <a:prstGeom prst="rect">
            <a:avLst/>
          </a:prstGeom>
          <a:noFill/>
        </p:spPr>
        <p:txBody>
          <a:bodyPr wrap="square" lIns="27432" tIns="27432" rIns="27432" bIns="27432" anchor="t">
            <a:spAutoFit/>
          </a:bodyPr>
          <a:lstStyle/>
          <a:p>
            <a:pPr algn="l">
              <a:spcAft>
                <a:spcPts val="0"/>
              </a:spcAft>
            </a:pPr>
            <a:r>
              <a:rPr sz="1600" b="1" i="0">
                <a:solidFill>
                  <a:srgbClr val="D0C1FF"/>
                </a:solidFill>
                <a:latin typeface="Aptos"/>
              </a:rPr>
              <a:t>Thank you</a:t>
            </a:r>
          </a:p>
        </p:txBody>
      </p:sp>
      <p:sp>
        <p:nvSpPr>
          <p:cNvPr id="9" name="TextBox 8"/>
          <p:cNvSpPr txBox="1"/>
          <p:nvPr/>
        </p:nvSpPr>
        <p:spPr>
          <a:xfrm>
            <a:off x="9144000" y="6172200"/>
            <a:ext cx="2468880" cy="228600"/>
          </a:xfrm>
          <a:prstGeom prst="rect">
            <a:avLst/>
          </a:prstGeom>
          <a:noFill/>
        </p:spPr>
        <p:txBody>
          <a:bodyPr wrap="square" lIns="27432" tIns="27432" rIns="27432" bIns="27432" anchor="t">
            <a:spAutoFit/>
          </a:bodyPr>
          <a:lstStyle/>
          <a:p>
            <a:pPr algn="l">
              <a:spcAft>
                <a:spcPts val="0"/>
              </a:spcAft>
            </a:pPr>
            <a:r>
              <a:rPr sz="1000" b="1" i="0">
                <a:solidFill>
                  <a:srgbClr val="FFFFFF"/>
                </a:solidFill>
                <a:latin typeface="Aptos"/>
              </a:rPr>
              <a:t>APEXPLANET  •  TASK 4</a:t>
            </a:r>
          </a:p>
        </p:txBody>
      </p:sp>
      <p:pic>
        <p:nvPicPr>
          <p:cNvPr id="11" name="Picture 10">
            <a:extLst>
              <a:ext uri="{FF2B5EF4-FFF2-40B4-BE49-F238E27FC236}">
                <a16:creationId xmlns:a16="http://schemas.microsoft.com/office/drawing/2014/main" id="{CF8F95E4-40B5-6EA1-D0FA-A58454C436A5}"/>
              </a:ext>
            </a:extLst>
          </p:cNvPr>
          <p:cNvPicPr>
            <a:picLocks noChangeAspect="1"/>
          </p:cNvPicPr>
          <p:nvPr/>
        </p:nvPicPr>
        <p:blipFill>
          <a:blip r:embed="rId3"/>
          <a:stretch>
            <a:fillRect/>
          </a:stretch>
        </p:blipFill>
        <p:spPr>
          <a:xfrm>
            <a:off x="777239" y="5311970"/>
            <a:ext cx="7498080" cy="108883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3038">
        <p159:morph option="byObject"/>
      </p:transition>
    </mc:Choice>
    <mc:Fallback>
      <p:transition spd="slow" advTm="3038">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1265</Words>
  <Application>Microsoft Office PowerPoint</Application>
  <PresentationFormat>Widescreen</PresentationFormat>
  <Paragraphs>152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ApexPlanet Task 4 — Statistical Storytelling</dc:title>
  <dc:subject>Gender-based customer-level average recorded transaction sales and Welch's t-test</dc:subject>
  <dc:creator>ApexPlanet Data Analytics Internship</dc:creator>
  <cp:keywords>Data Analytics, Statistical Testing, Welch t-test, Customer Analysis, ApexPlanet</cp:keywords>
  <dc:description>Prepared from user-provided analysis outputs. Currency and business definitions not independently verified.</dc:description>
  <cp:lastModifiedBy>b vijay kumar</cp:lastModifiedBy>
  <cp:revision>2</cp:revision>
  <dcterms:created xsi:type="dcterms:W3CDTF">2013-01-27T09:14:16Z</dcterms:created>
  <dcterms:modified xsi:type="dcterms:W3CDTF">2026-10-28T07:53:50Z</dcterms:modified>
  <cp:category/>
</cp:coreProperties>
</file>